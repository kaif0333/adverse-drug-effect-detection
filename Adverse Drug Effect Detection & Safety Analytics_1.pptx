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20"/>
  </p:notesMasterIdLst>
  <p:sldIdLst>
    <p:sldId id="256" r:id="rId2"/>
    <p:sldId id="279" r:id="rId3"/>
    <p:sldId id="258" r:id="rId4"/>
    <p:sldId id="257" r:id="rId5"/>
    <p:sldId id="261" r:id="rId6"/>
    <p:sldId id="259" r:id="rId7"/>
    <p:sldId id="260" r:id="rId8"/>
    <p:sldId id="263" r:id="rId9"/>
    <p:sldId id="264" r:id="rId10"/>
    <p:sldId id="265" r:id="rId11"/>
    <p:sldId id="280" r:id="rId12"/>
    <p:sldId id="281" r:id="rId13"/>
    <p:sldId id="282" r:id="rId14"/>
    <p:sldId id="283" r:id="rId15"/>
    <p:sldId id="284" r:id="rId16"/>
    <p:sldId id="266" r:id="rId17"/>
    <p:sldId id="267"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965AD-E747-435E-A429-185B2CC76B9B}" v="62" dt="2026-01-31T07:49:31.7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Mohammed kaif basha" userId="e18ae3f4e42c89f9" providerId="LiveId" clId="{632DA8BA-8435-4AC0-8B15-A3FFED27A32E}"/>
    <pc:docChg chg="undo custSel addSld delSld modSld sldOrd">
      <pc:chgData name="S Mohammed kaif basha" userId="e18ae3f4e42c89f9" providerId="LiveId" clId="{632DA8BA-8435-4AC0-8B15-A3FFED27A32E}" dt="2026-01-31T07:50:14.940" v="1515" actId="207"/>
      <pc:docMkLst>
        <pc:docMk/>
      </pc:docMkLst>
      <pc:sldChg chg="addSp modSp add mod modTransition">
        <pc:chgData name="S Mohammed kaif basha" userId="e18ae3f4e42c89f9" providerId="LiveId" clId="{632DA8BA-8435-4AC0-8B15-A3FFED27A32E}" dt="2026-01-31T07:45:56.638" v="1396" actId="20577"/>
        <pc:sldMkLst>
          <pc:docMk/>
          <pc:sldMk cId="0" sldId="256"/>
        </pc:sldMkLst>
        <pc:spChg chg="add mod">
          <ac:chgData name="S Mohammed kaif basha" userId="e18ae3f4e42c89f9" providerId="LiveId" clId="{632DA8BA-8435-4AC0-8B15-A3FFED27A32E}" dt="2026-01-31T06:42:39.777" v="848" actId="1076"/>
          <ac:spMkLst>
            <pc:docMk/>
            <pc:sldMk cId="0" sldId="256"/>
            <ac:spMk id="2" creationId="{FAFA9588-BC33-3172-A0D1-C3CA7D3580DF}"/>
          </ac:spMkLst>
        </pc:spChg>
        <pc:spChg chg="add mod">
          <ac:chgData name="S Mohammed kaif basha" userId="e18ae3f4e42c89f9" providerId="LiveId" clId="{632DA8BA-8435-4AC0-8B15-A3FFED27A32E}" dt="2026-01-31T07:05:14.556" v="1002" actId="255"/>
          <ac:spMkLst>
            <pc:docMk/>
            <pc:sldMk cId="0" sldId="256"/>
            <ac:spMk id="3" creationId="{BEFEE417-B7A0-3A42-CBD6-C51E3BB04C94}"/>
          </ac:spMkLst>
        </pc:spChg>
        <pc:spChg chg="mod">
          <ac:chgData name="S Mohammed kaif basha" userId="e18ae3f4e42c89f9" providerId="LiveId" clId="{632DA8BA-8435-4AC0-8B15-A3FFED27A32E}" dt="2026-01-31T07:45:56.638" v="1396" actId="20577"/>
          <ac:spMkLst>
            <pc:docMk/>
            <pc:sldMk cId="0" sldId="256"/>
            <ac:spMk id="156" creationId="{00000000-0000-0000-0000-000000000000}"/>
          </ac:spMkLst>
        </pc:spChg>
        <pc:spChg chg="mod">
          <ac:chgData name="S Mohammed kaif basha" userId="e18ae3f4e42c89f9" providerId="LiveId" clId="{632DA8BA-8435-4AC0-8B15-A3FFED27A32E}" dt="2026-01-31T07:22:56.979" v="1248" actId="1076"/>
          <ac:spMkLst>
            <pc:docMk/>
            <pc:sldMk cId="0" sldId="256"/>
            <ac:spMk id="157" creationId="{00000000-0000-0000-0000-000000000000}"/>
          </ac:spMkLst>
        </pc:spChg>
        <pc:spChg chg="mod">
          <ac:chgData name="S Mohammed kaif basha" userId="e18ae3f4e42c89f9" providerId="LiveId" clId="{632DA8BA-8435-4AC0-8B15-A3FFED27A32E}" dt="2026-01-31T06:36:57.530" v="778" actId="1076"/>
          <ac:spMkLst>
            <pc:docMk/>
            <pc:sldMk cId="0" sldId="256"/>
            <ac:spMk id="158" creationId="{00000000-0000-0000-0000-000000000000}"/>
          </ac:spMkLst>
        </pc:spChg>
      </pc:sldChg>
      <pc:sldChg chg="addSp modSp del mod">
        <pc:chgData name="S Mohammed kaif basha" userId="e18ae3f4e42c89f9" providerId="LiveId" clId="{632DA8BA-8435-4AC0-8B15-A3FFED27A32E}" dt="2026-01-31T06:26:51.256" v="494" actId="2696"/>
        <pc:sldMkLst>
          <pc:docMk/>
          <pc:sldMk cId="536369375" sldId="256"/>
        </pc:sldMkLst>
        <pc:spChg chg="mod">
          <ac:chgData name="S Mohammed kaif basha" userId="e18ae3f4e42c89f9" providerId="LiveId" clId="{632DA8BA-8435-4AC0-8B15-A3FFED27A32E}" dt="2026-01-31T06:25:44.652" v="18" actId="27636"/>
          <ac:spMkLst>
            <pc:docMk/>
            <pc:sldMk cId="536369375" sldId="256"/>
            <ac:spMk id="2" creationId="{51D87D0A-F7D5-C29F-84D3-CE5D3AADF4F0}"/>
          </ac:spMkLst>
        </pc:spChg>
        <pc:spChg chg="mod">
          <ac:chgData name="S Mohammed kaif basha" userId="e18ae3f4e42c89f9" providerId="LiveId" clId="{632DA8BA-8435-4AC0-8B15-A3FFED27A32E}" dt="2026-01-31T06:26:31.385" v="493" actId="20577"/>
          <ac:spMkLst>
            <pc:docMk/>
            <pc:sldMk cId="536369375" sldId="256"/>
            <ac:spMk id="3" creationId="{F4D42289-6F66-B50B-E1D5-301242F0F82B}"/>
          </ac:spMkLst>
        </pc:spChg>
        <pc:picChg chg="add mod">
          <ac:chgData name="S Mohammed kaif basha" userId="e18ae3f4e42c89f9" providerId="LiveId" clId="{632DA8BA-8435-4AC0-8B15-A3FFED27A32E}" dt="2026-01-31T06:24:35.642" v="13" actId="1076"/>
          <ac:picMkLst>
            <pc:docMk/>
            <pc:sldMk cId="536369375" sldId="256"/>
            <ac:picMk id="4" creationId="{8A134D30-402C-1338-89D7-FD8DC16AECF0}"/>
          </ac:picMkLst>
        </pc:picChg>
      </pc:sldChg>
      <pc:sldChg chg="modTransition">
        <pc:chgData name="S Mohammed kaif basha" userId="e18ae3f4e42c89f9" providerId="LiveId" clId="{632DA8BA-8435-4AC0-8B15-A3FFED27A32E}" dt="2026-01-31T07:44:01.955" v="1372"/>
        <pc:sldMkLst>
          <pc:docMk/>
          <pc:sldMk cId="3130883520" sldId="257"/>
        </pc:sldMkLst>
      </pc:sldChg>
      <pc:sldChg chg="ord modTransition">
        <pc:chgData name="S Mohammed kaif basha" userId="e18ae3f4e42c89f9" providerId="LiveId" clId="{632DA8BA-8435-4AC0-8B15-A3FFED27A32E}" dt="2026-01-31T07:43:58.852" v="1371"/>
        <pc:sldMkLst>
          <pc:docMk/>
          <pc:sldMk cId="4040830228" sldId="258"/>
        </pc:sldMkLst>
      </pc:sldChg>
      <pc:sldChg chg="modTransition">
        <pc:chgData name="S Mohammed kaif basha" userId="e18ae3f4e42c89f9" providerId="LiveId" clId="{632DA8BA-8435-4AC0-8B15-A3FFED27A32E}" dt="2026-01-31T07:44:14.080" v="1374"/>
        <pc:sldMkLst>
          <pc:docMk/>
          <pc:sldMk cId="4106310089" sldId="259"/>
        </pc:sldMkLst>
      </pc:sldChg>
      <pc:sldChg chg="modSp mod modTransition">
        <pc:chgData name="S Mohammed kaif basha" userId="e18ae3f4e42c89f9" providerId="LiveId" clId="{632DA8BA-8435-4AC0-8B15-A3FFED27A32E}" dt="2026-01-31T07:44:17.586" v="1375"/>
        <pc:sldMkLst>
          <pc:docMk/>
          <pc:sldMk cId="4146173794" sldId="260"/>
        </pc:sldMkLst>
        <pc:spChg chg="mod">
          <ac:chgData name="S Mohammed kaif basha" userId="e18ae3f4e42c89f9" providerId="LiveId" clId="{632DA8BA-8435-4AC0-8B15-A3FFED27A32E}" dt="2026-01-31T07:13:18.420" v="1015" actId="14100"/>
          <ac:spMkLst>
            <pc:docMk/>
            <pc:sldMk cId="4146173794" sldId="260"/>
            <ac:spMk id="3" creationId="{E0461D42-2AA1-6187-E86F-7104905CAD38}"/>
          </ac:spMkLst>
        </pc:spChg>
      </pc:sldChg>
      <pc:sldChg chg="ord modTransition">
        <pc:chgData name="S Mohammed kaif basha" userId="e18ae3f4e42c89f9" providerId="LiveId" clId="{632DA8BA-8435-4AC0-8B15-A3FFED27A32E}" dt="2026-01-31T07:44:05.001" v="1373"/>
        <pc:sldMkLst>
          <pc:docMk/>
          <pc:sldMk cId="2311219632" sldId="261"/>
        </pc:sldMkLst>
      </pc:sldChg>
      <pc:sldChg chg="del">
        <pc:chgData name="S Mohammed kaif basha" userId="e18ae3f4e42c89f9" providerId="LiveId" clId="{632DA8BA-8435-4AC0-8B15-A3FFED27A32E}" dt="2026-01-31T06:59:48.949" v="961" actId="2696"/>
        <pc:sldMkLst>
          <pc:docMk/>
          <pc:sldMk cId="2984934537" sldId="262"/>
        </pc:sldMkLst>
      </pc:sldChg>
      <pc:sldChg chg="new del ord">
        <pc:chgData name="S Mohammed kaif basha" userId="e18ae3f4e42c89f9" providerId="LiveId" clId="{632DA8BA-8435-4AC0-8B15-A3FFED27A32E}" dt="2026-01-31T06:28:06.057" v="501" actId="2696"/>
        <pc:sldMkLst>
          <pc:docMk/>
          <pc:sldMk cId="3160312464" sldId="263"/>
        </pc:sldMkLst>
      </pc:sldChg>
      <pc:sldChg chg="modSp new mod modTransition">
        <pc:chgData name="S Mohammed kaif basha" userId="e18ae3f4e42c89f9" providerId="LiveId" clId="{632DA8BA-8435-4AC0-8B15-A3FFED27A32E}" dt="2026-01-31T07:44:21.832" v="1376"/>
        <pc:sldMkLst>
          <pc:docMk/>
          <pc:sldMk cId="3553295623" sldId="263"/>
        </pc:sldMkLst>
        <pc:spChg chg="mod">
          <ac:chgData name="S Mohammed kaif basha" userId="e18ae3f4e42c89f9" providerId="LiveId" clId="{632DA8BA-8435-4AC0-8B15-A3FFED27A32E}" dt="2026-01-31T07:04:46.979" v="1001" actId="113"/>
          <ac:spMkLst>
            <pc:docMk/>
            <pc:sldMk cId="3553295623" sldId="263"/>
            <ac:spMk id="2" creationId="{228B181C-330B-1A80-CB03-9F9FC7D0DCEB}"/>
          </ac:spMkLst>
        </pc:spChg>
        <pc:spChg chg="mod">
          <ac:chgData name="S Mohammed kaif basha" userId="e18ae3f4e42c89f9" providerId="LiveId" clId="{632DA8BA-8435-4AC0-8B15-A3FFED27A32E}" dt="2026-01-31T06:50:46.990" v="881" actId="1076"/>
          <ac:spMkLst>
            <pc:docMk/>
            <pc:sldMk cId="3553295623" sldId="263"/>
            <ac:spMk id="3" creationId="{E9F95E27-E0AE-F446-E2DA-5F459174F987}"/>
          </ac:spMkLst>
        </pc:spChg>
      </pc:sldChg>
      <pc:sldChg chg="new del">
        <pc:chgData name="S Mohammed kaif basha" userId="e18ae3f4e42c89f9" providerId="LiveId" clId="{632DA8BA-8435-4AC0-8B15-A3FFED27A32E}" dt="2026-01-31T06:28:03.003" v="500" actId="2696"/>
        <pc:sldMkLst>
          <pc:docMk/>
          <pc:sldMk cId="1787586258" sldId="264"/>
        </pc:sldMkLst>
      </pc:sldChg>
      <pc:sldChg chg="modSp new mod modTransition">
        <pc:chgData name="S Mohammed kaif basha" userId="e18ae3f4e42c89f9" providerId="LiveId" clId="{632DA8BA-8435-4AC0-8B15-A3FFED27A32E}" dt="2026-01-31T07:44:24.651" v="1377"/>
        <pc:sldMkLst>
          <pc:docMk/>
          <pc:sldMk cId="3255702033" sldId="264"/>
        </pc:sldMkLst>
        <pc:spChg chg="mod">
          <ac:chgData name="S Mohammed kaif basha" userId="e18ae3f4e42c89f9" providerId="LiveId" clId="{632DA8BA-8435-4AC0-8B15-A3FFED27A32E}" dt="2026-01-31T07:04:27.707" v="998" actId="27636"/>
          <ac:spMkLst>
            <pc:docMk/>
            <pc:sldMk cId="3255702033" sldId="264"/>
            <ac:spMk id="2" creationId="{36483C8A-F776-D378-7256-F2A5BE50EA7E}"/>
          </ac:spMkLst>
        </pc:spChg>
        <pc:spChg chg="mod">
          <ac:chgData name="S Mohammed kaif basha" userId="e18ae3f4e42c89f9" providerId="LiveId" clId="{632DA8BA-8435-4AC0-8B15-A3FFED27A32E}" dt="2026-01-31T07:04:40.306" v="1000" actId="14100"/>
          <ac:spMkLst>
            <pc:docMk/>
            <pc:sldMk cId="3255702033" sldId="264"/>
            <ac:spMk id="3" creationId="{5F164044-945C-602B-538C-FD722318A669}"/>
          </ac:spMkLst>
        </pc:spChg>
      </pc:sldChg>
      <pc:sldChg chg="modSp new mod modTransition">
        <pc:chgData name="S Mohammed kaif basha" userId="e18ae3f4e42c89f9" providerId="LiveId" clId="{632DA8BA-8435-4AC0-8B15-A3FFED27A32E}" dt="2026-01-31T07:44:27.534" v="1378"/>
        <pc:sldMkLst>
          <pc:docMk/>
          <pc:sldMk cId="2834362081" sldId="265"/>
        </pc:sldMkLst>
        <pc:spChg chg="mod">
          <ac:chgData name="S Mohammed kaif basha" userId="e18ae3f4e42c89f9" providerId="LiveId" clId="{632DA8BA-8435-4AC0-8B15-A3FFED27A32E}" dt="2026-01-31T07:04:21.722" v="996" actId="113"/>
          <ac:spMkLst>
            <pc:docMk/>
            <pc:sldMk cId="2834362081" sldId="265"/>
            <ac:spMk id="2" creationId="{30566A55-67A1-DFF3-5DBD-5C2874D4DB9A}"/>
          </ac:spMkLst>
        </pc:spChg>
        <pc:spChg chg="mod">
          <ac:chgData name="S Mohammed kaif basha" userId="e18ae3f4e42c89f9" providerId="LiveId" clId="{632DA8BA-8435-4AC0-8B15-A3FFED27A32E}" dt="2026-01-31T06:59:18.923" v="960" actId="1076"/>
          <ac:spMkLst>
            <pc:docMk/>
            <pc:sldMk cId="2834362081" sldId="265"/>
            <ac:spMk id="3" creationId="{6639DD0A-5863-5098-C38F-7FF8C95438D0}"/>
          </ac:spMkLst>
        </pc:spChg>
      </pc:sldChg>
      <pc:sldChg chg="modSp new mod modTransition">
        <pc:chgData name="S Mohammed kaif basha" userId="e18ae3f4e42c89f9" providerId="LiveId" clId="{632DA8BA-8435-4AC0-8B15-A3FFED27A32E}" dt="2026-01-31T07:44:49.245" v="1384"/>
        <pc:sldMkLst>
          <pc:docMk/>
          <pc:sldMk cId="3735639058" sldId="266"/>
        </pc:sldMkLst>
        <pc:spChg chg="mod">
          <ac:chgData name="S Mohammed kaif basha" userId="e18ae3f4e42c89f9" providerId="LiveId" clId="{632DA8BA-8435-4AC0-8B15-A3FFED27A32E}" dt="2026-01-31T07:04:15.928" v="995" actId="27636"/>
          <ac:spMkLst>
            <pc:docMk/>
            <pc:sldMk cId="3735639058" sldId="266"/>
            <ac:spMk id="2" creationId="{97808AA0-FB1A-74CD-1661-163076967B17}"/>
          </ac:spMkLst>
        </pc:spChg>
        <pc:spChg chg="mod">
          <ac:chgData name="S Mohammed kaif basha" userId="e18ae3f4e42c89f9" providerId="LiveId" clId="{632DA8BA-8435-4AC0-8B15-A3FFED27A32E}" dt="2026-01-31T07:01:48.271" v="978" actId="14100"/>
          <ac:spMkLst>
            <pc:docMk/>
            <pc:sldMk cId="3735639058" sldId="266"/>
            <ac:spMk id="3" creationId="{B568AB23-9400-F014-4DBC-0E6E0B601863}"/>
          </ac:spMkLst>
        </pc:spChg>
      </pc:sldChg>
      <pc:sldChg chg="modSp new mod">
        <pc:chgData name="S Mohammed kaif basha" userId="e18ae3f4e42c89f9" providerId="LiveId" clId="{632DA8BA-8435-4AC0-8B15-A3FFED27A32E}" dt="2026-01-31T07:04:03.543" v="993" actId="123"/>
        <pc:sldMkLst>
          <pc:docMk/>
          <pc:sldMk cId="2600648279" sldId="267"/>
        </pc:sldMkLst>
        <pc:spChg chg="mod">
          <ac:chgData name="S Mohammed kaif basha" userId="e18ae3f4e42c89f9" providerId="LiveId" clId="{632DA8BA-8435-4AC0-8B15-A3FFED27A32E}" dt="2026-01-31T07:03:54.842" v="992" actId="14100"/>
          <ac:spMkLst>
            <pc:docMk/>
            <pc:sldMk cId="2600648279" sldId="267"/>
            <ac:spMk id="2" creationId="{48F8797A-B84E-DB79-E2B2-25EB34429E10}"/>
          </ac:spMkLst>
        </pc:spChg>
        <pc:spChg chg="mod">
          <ac:chgData name="S Mohammed kaif basha" userId="e18ae3f4e42c89f9" providerId="LiveId" clId="{632DA8BA-8435-4AC0-8B15-A3FFED27A32E}" dt="2026-01-31T07:04:03.543" v="993" actId="123"/>
          <ac:spMkLst>
            <pc:docMk/>
            <pc:sldMk cId="2600648279" sldId="267"/>
            <ac:spMk id="3" creationId="{16570B1E-BF02-33A6-8833-180C1DF9252E}"/>
          </ac:spMkLst>
        </pc:spChg>
      </pc:sldChg>
      <pc:sldChg chg="new del">
        <pc:chgData name="S Mohammed kaif basha" userId="e18ae3f4e42c89f9" providerId="LiveId" clId="{632DA8BA-8435-4AC0-8B15-A3FFED27A32E}" dt="2026-01-31T07:06:18.985" v="1007" actId="2696"/>
        <pc:sldMkLst>
          <pc:docMk/>
          <pc:sldMk cId="1420556774" sldId="268"/>
        </pc:sldMkLst>
      </pc:sldChg>
      <pc:sldChg chg="new del">
        <pc:chgData name="S Mohammed kaif basha" userId="e18ae3f4e42c89f9" providerId="LiveId" clId="{632DA8BA-8435-4AC0-8B15-A3FFED27A32E}" dt="2026-01-31T07:06:01.072" v="1004" actId="2696"/>
        <pc:sldMkLst>
          <pc:docMk/>
          <pc:sldMk cId="1793521675" sldId="268"/>
        </pc:sldMkLst>
      </pc:sldChg>
      <pc:sldChg chg="addSp modSp add mod modTransition">
        <pc:chgData name="S Mohammed kaif basha" userId="e18ae3f4e42c89f9" providerId="LiveId" clId="{632DA8BA-8435-4AC0-8B15-A3FFED27A32E}" dt="2026-01-31T07:44:56.213" v="1385"/>
        <pc:sldMkLst>
          <pc:docMk/>
          <pc:sldMk cId="0" sldId="278"/>
        </pc:sldMkLst>
        <pc:spChg chg="add mod">
          <ac:chgData name="S Mohammed kaif basha" userId="e18ae3f4e42c89f9" providerId="LiveId" clId="{632DA8BA-8435-4AC0-8B15-A3FFED27A32E}" dt="2026-01-31T07:41:16.076" v="1349" actId="1076"/>
          <ac:spMkLst>
            <pc:docMk/>
            <pc:sldMk cId="0" sldId="278"/>
            <ac:spMk id="2" creationId="{0009FA1F-2AEB-D742-5D2B-4E95201A2A3A}"/>
          </ac:spMkLst>
        </pc:spChg>
        <pc:spChg chg="mod">
          <ac:chgData name="S Mohammed kaif basha" userId="e18ae3f4e42c89f9" providerId="LiveId" clId="{632DA8BA-8435-4AC0-8B15-A3FFED27A32E}" dt="2026-01-31T07:41:20.306" v="1350" actId="1076"/>
          <ac:spMkLst>
            <pc:docMk/>
            <pc:sldMk cId="0" sldId="278"/>
            <ac:spMk id="206" creationId="{00000000-0000-0000-0000-000000000000}"/>
          </ac:spMkLst>
        </pc:spChg>
      </pc:sldChg>
      <pc:sldChg chg="modSp add mod modTransition">
        <pc:chgData name="S Mohammed kaif basha" userId="e18ae3f4e42c89f9" providerId="LiveId" clId="{632DA8BA-8435-4AC0-8B15-A3FFED27A32E}" dt="2026-01-31T07:43:54.927" v="1370"/>
        <pc:sldMkLst>
          <pc:docMk/>
          <pc:sldMk cId="0" sldId="279"/>
        </pc:sldMkLst>
        <pc:spChg chg="mod">
          <ac:chgData name="S Mohammed kaif basha" userId="e18ae3f4e42c89f9" providerId="LiveId" clId="{632DA8BA-8435-4AC0-8B15-A3FFED27A32E}" dt="2026-01-31T07:22:27.699" v="1247" actId="2711"/>
          <ac:spMkLst>
            <pc:docMk/>
            <pc:sldMk cId="0" sldId="279"/>
            <ac:spMk id="160" creationId="{00000000-0000-0000-0000-000000000000}"/>
          </ac:spMkLst>
        </pc:spChg>
      </pc:sldChg>
      <pc:sldChg chg="new del">
        <pc:chgData name="S Mohammed kaif basha" userId="e18ae3f4e42c89f9" providerId="LiveId" clId="{632DA8BA-8435-4AC0-8B15-A3FFED27A32E}" dt="2026-01-31T07:14:19.608" v="1017" actId="2696"/>
        <pc:sldMkLst>
          <pc:docMk/>
          <pc:sldMk cId="395264573" sldId="279"/>
        </pc:sldMkLst>
      </pc:sldChg>
      <pc:sldChg chg="new del">
        <pc:chgData name="S Mohammed kaif basha" userId="e18ae3f4e42c89f9" providerId="LiveId" clId="{632DA8BA-8435-4AC0-8B15-A3FFED27A32E}" dt="2026-01-31T07:14:39.292" v="1019" actId="2696"/>
        <pc:sldMkLst>
          <pc:docMk/>
          <pc:sldMk cId="640210321" sldId="279"/>
        </pc:sldMkLst>
      </pc:sldChg>
      <pc:sldChg chg="addSp delSp modSp new mod modTransition">
        <pc:chgData name="S Mohammed kaif basha" userId="e18ae3f4e42c89f9" providerId="LiveId" clId="{632DA8BA-8435-4AC0-8B15-A3FFED27A32E}" dt="2026-01-31T07:50:14.940" v="1515" actId="207"/>
        <pc:sldMkLst>
          <pc:docMk/>
          <pc:sldMk cId="4093166978" sldId="280"/>
        </pc:sldMkLst>
        <pc:spChg chg="mod">
          <ac:chgData name="S Mohammed kaif basha" userId="e18ae3f4e42c89f9" providerId="LiveId" clId="{632DA8BA-8435-4AC0-8B15-A3FFED27A32E}" dt="2026-01-31T07:26:50.636" v="1272" actId="1076"/>
          <ac:spMkLst>
            <pc:docMk/>
            <pc:sldMk cId="4093166978" sldId="280"/>
            <ac:spMk id="2" creationId="{9E026506-6C47-AE90-5A90-0BEA189A2C92}"/>
          </ac:spMkLst>
        </pc:spChg>
        <pc:spChg chg="del">
          <ac:chgData name="S Mohammed kaif basha" userId="e18ae3f4e42c89f9" providerId="LiveId" clId="{632DA8BA-8435-4AC0-8B15-A3FFED27A32E}" dt="2026-01-31T07:26:55.416" v="1273" actId="22"/>
          <ac:spMkLst>
            <pc:docMk/>
            <pc:sldMk cId="4093166978" sldId="280"/>
            <ac:spMk id="3" creationId="{E7CF6F2F-E294-1ED7-9091-80063724E3A0}"/>
          </ac:spMkLst>
        </pc:spChg>
        <pc:spChg chg="add mod">
          <ac:chgData name="S Mohammed kaif basha" userId="e18ae3f4e42c89f9" providerId="LiveId" clId="{632DA8BA-8435-4AC0-8B15-A3FFED27A32E}" dt="2026-01-31T07:50:14.940" v="1515" actId="207"/>
          <ac:spMkLst>
            <pc:docMk/>
            <pc:sldMk cId="4093166978" sldId="280"/>
            <ac:spMk id="6" creationId="{893B0431-EC5A-1CC1-2B6C-E5690C0999CE}"/>
          </ac:spMkLst>
        </pc:spChg>
        <pc:picChg chg="add mod ord">
          <ac:chgData name="S Mohammed kaif basha" userId="e18ae3f4e42c89f9" providerId="LiveId" clId="{632DA8BA-8435-4AC0-8B15-A3FFED27A32E}" dt="2026-01-31T07:27:08.252" v="1277" actId="1076"/>
          <ac:picMkLst>
            <pc:docMk/>
            <pc:sldMk cId="4093166978" sldId="280"/>
            <ac:picMk id="5" creationId="{8A8667DC-91A8-4FAF-878E-DEA3DF940324}"/>
          </ac:picMkLst>
        </pc:picChg>
      </pc:sldChg>
      <pc:sldChg chg="addSp delSp modSp new mod modTransition">
        <pc:chgData name="S Mohammed kaif basha" userId="e18ae3f4e42c89f9" providerId="LiveId" clId="{632DA8BA-8435-4AC0-8B15-A3FFED27A32E}" dt="2026-01-31T07:50:09.851" v="1514" actId="207"/>
        <pc:sldMkLst>
          <pc:docMk/>
          <pc:sldMk cId="237316252" sldId="281"/>
        </pc:sldMkLst>
        <pc:spChg chg="del mod">
          <ac:chgData name="S Mohammed kaif basha" userId="e18ae3f4e42c89f9" providerId="LiveId" clId="{632DA8BA-8435-4AC0-8B15-A3FFED27A32E}" dt="2026-01-31T07:28:23.073" v="1284" actId="478"/>
          <ac:spMkLst>
            <pc:docMk/>
            <pc:sldMk cId="237316252" sldId="281"/>
            <ac:spMk id="2" creationId="{E479F203-21BB-D872-0ABA-F84920680C1F}"/>
          </ac:spMkLst>
        </pc:spChg>
        <pc:spChg chg="del">
          <ac:chgData name="S Mohammed kaif basha" userId="e18ae3f4e42c89f9" providerId="LiveId" clId="{632DA8BA-8435-4AC0-8B15-A3FFED27A32E}" dt="2026-01-31T07:28:04.626" v="1279" actId="22"/>
          <ac:spMkLst>
            <pc:docMk/>
            <pc:sldMk cId="237316252" sldId="281"/>
            <ac:spMk id="3" creationId="{1DBE8526-00FD-A04D-E24E-EF120EF6393C}"/>
          </ac:spMkLst>
        </pc:spChg>
        <pc:spChg chg="add mod">
          <ac:chgData name="S Mohammed kaif basha" userId="e18ae3f4e42c89f9" providerId="LiveId" clId="{632DA8BA-8435-4AC0-8B15-A3FFED27A32E}" dt="2026-01-31T07:50:09.851" v="1514" actId="207"/>
          <ac:spMkLst>
            <pc:docMk/>
            <pc:sldMk cId="237316252" sldId="281"/>
            <ac:spMk id="6" creationId="{1787F3F7-2076-CD49-3CC4-E3661ABEF061}"/>
          </ac:spMkLst>
        </pc:spChg>
        <pc:picChg chg="add mod ord">
          <ac:chgData name="S Mohammed kaif basha" userId="e18ae3f4e42c89f9" providerId="LiveId" clId="{632DA8BA-8435-4AC0-8B15-A3FFED27A32E}" dt="2026-01-31T07:28:38.747" v="1287" actId="1076"/>
          <ac:picMkLst>
            <pc:docMk/>
            <pc:sldMk cId="237316252" sldId="281"/>
            <ac:picMk id="5" creationId="{09F863C8-D273-7BCF-08D5-A1A771484095}"/>
          </ac:picMkLst>
        </pc:picChg>
      </pc:sldChg>
      <pc:sldChg chg="addSp delSp modSp new mod modTransition">
        <pc:chgData name="S Mohammed kaif basha" userId="e18ae3f4e42c89f9" providerId="LiveId" clId="{632DA8BA-8435-4AC0-8B15-A3FFED27A32E}" dt="2026-01-31T07:50:04.695" v="1513" actId="207"/>
        <pc:sldMkLst>
          <pc:docMk/>
          <pc:sldMk cId="3148196153" sldId="282"/>
        </pc:sldMkLst>
        <pc:spChg chg="del">
          <ac:chgData name="S Mohammed kaif basha" userId="e18ae3f4e42c89f9" providerId="LiveId" clId="{632DA8BA-8435-4AC0-8B15-A3FFED27A32E}" dt="2026-01-31T07:28:51.670" v="1289" actId="478"/>
          <ac:spMkLst>
            <pc:docMk/>
            <pc:sldMk cId="3148196153" sldId="282"/>
            <ac:spMk id="2" creationId="{CD577A16-19B7-E509-DB0B-F74837D267D2}"/>
          </ac:spMkLst>
        </pc:spChg>
        <pc:spChg chg="del">
          <ac:chgData name="S Mohammed kaif basha" userId="e18ae3f4e42c89f9" providerId="LiveId" clId="{632DA8BA-8435-4AC0-8B15-A3FFED27A32E}" dt="2026-01-31T07:31:32.326" v="1290" actId="22"/>
          <ac:spMkLst>
            <pc:docMk/>
            <pc:sldMk cId="3148196153" sldId="282"/>
            <ac:spMk id="3" creationId="{39E0FDDF-770E-85C5-F306-21A4C911E30D}"/>
          </ac:spMkLst>
        </pc:spChg>
        <pc:spChg chg="add mod">
          <ac:chgData name="S Mohammed kaif basha" userId="e18ae3f4e42c89f9" providerId="LiveId" clId="{632DA8BA-8435-4AC0-8B15-A3FFED27A32E}" dt="2026-01-31T07:50:04.695" v="1513" actId="207"/>
          <ac:spMkLst>
            <pc:docMk/>
            <pc:sldMk cId="3148196153" sldId="282"/>
            <ac:spMk id="6" creationId="{5DBC51F5-D8CE-C1E8-1A8D-85A2DC673A6D}"/>
          </ac:spMkLst>
        </pc:spChg>
        <pc:picChg chg="add mod ord">
          <ac:chgData name="S Mohammed kaif basha" userId="e18ae3f4e42c89f9" providerId="LiveId" clId="{632DA8BA-8435-4AC0-8B15-A3FFED27A32E}" dt="2026-01-31T07:31:49.749" v="1296" actId="1076"/>
          <ac:picMkLst>
            <pc:docMk/>
            <pc:sldMk cId="3148196153" sldId="282"/>
            <ac:picMk id="5" creationId="{B08597E3-4EDF-B7B0-A39A-CB130BF5A27D}"/>
          </ac:picMkLst>
        </pc:picChg>
      </pc:sldChg>
      <pc:sldChg chg="addSp delSp modSp new mod modTransition">
        <pc:chgData name="S Mohammed kaif basha" userId="e18ae3f4e42c89f9" providerId="LiveId" clId="{632DA8BA-8435-4AC0-8B15-A3FFED27A32E}" dt="2026-01-31T07:49:15.677" v="1486" actId="207"/>
        <pc:sldMkLst>
          <pc:docMk/>
          <pc:sldMk cId="3155857311" sldId="283"/>
        </pc:sldMkLst>
        <pc:spChg chg="del">
          <ac:chgData name="S Mohammed kaif basha" userId="e18ae3f4e42c89f9" providerId="LiveId" clId="{632DA8BA-8435-4AC0-8B15-A3FFED27A32E}" dt="2026-01-31T07:32:00.012" v="1298" actId="478"/>
          <ac:spMkLst>
            <pc:docMk/>
            <pc:sldMk cId="3155857311" sldId="283"/>
            <ac:spMk id="2" creationId="{4EBEBB6F-97EB-D44E-B4FA-E4F15F061358}"/>
          </ac:spMkLst>
        </pc:spChg>
        <pc:spChg chg="del">
          <ac:chgData name="S Mohammed kaif basha" userId="e18ae3f4e42c89f9" providerId="LiveId" clId="{632DA8BA-8435-4AC0-8B15-A3FFED27A32E}" dt="2026-01-31T07:36:02.281" v="1299" actId="22"/>
          <ac:spMkLst>
            <pc:docMk/>
            <pc:sldMk cId="3155857311" sldId="283"/>
            <ac:spMk id="3" creationId="{6BDE571A-7274-BEB2-E794-97771EACF4C4}"/>
          </ac:spMkLst>
        </pc:spChg>
        <pc:spChg chg="add mod">
          <ac:chgData name="S Mohammed kaif basha" userId="e18ae3f4e42c89f9" providerId="LiveId" clId="{632DA8BA-8435-4AC0-8B15-A3FFED27A32E}" dt="2026-01-31T07:49:15.677" v="1486" actId="207"/>
          <ac:spMkLst>
            <pc:docMk/>
            <pc:sldMk cId="3155857311" sldId="283"/>
            <ac:spMk id="6" creationId="{2D04D191-4CA4-F60E-7970-F35B6A998868}"/>
          </ac:spMkLst>
        </pc:spChg>
        <pc:picChg chg="add mod ord">
          <ac:chgData name="S Mohammed kaif basha" userId="e18ae3f4e42c89f9" providerId="LiveId" clId="{632DA8BA-8435-4AC0-8B15-A3FFED27A32E}" dt="2026-01-31T07:36:50.908" v="1310" actId="1076"/>
          <ac:picMkLst>
            <pc:docMk/>
            <pc:sldMk cId="3155857311" sldId="283"/>
            <ac:picMk id="5" creationId="{88C119D3-7F1A-072D-430C-4970CC1608FC}"/>
          </ac:picMkLst>
        </pc:picChg>
      </pc:sldChg>
      <pc:sldChg chg="addSp delSp modSp new mod modTransition">
        <pc:chgData name="S Mohammed kaif basha" userId="e18ae3f4e42c89f9" providerId="LiveId" clId="{632DA8BA-8435-4AC0-8B15-A3FFED27A32E}" dt="2026-01-31T07:49:55.095" v="1512" actId="115"/>
        <pc:sldMkLst>
          <pc:docMk/>
          <pc:sldMk cId="1752346456" sldId="284"/>
        </pc:sldMkLst>
        <pc:spChg chg="del">
          <ac:chgData name="S Mohammed kaif basha" userId="e18ae3f4e42c89f9" providerId="LiveId" clId="{632DA8BA-8435-4AC0-8B15-A3FFED27A32E}" dt="2026-01-31T07:36:58.475" v="1312" actId="478"/>
          <ac:spMkLst>
            <pc:docMk/>
            <pc:sldMk cId="1752346456" sldId="284"/>
            <ac:spMk id="2" creationId="{6024F61E-8E0C-5E7A-88F2-0E41B6CE56DD}"/>
          </ac:spMkLst>
        </pc:spChg>
        <pc:spChg chg="del">
          <ac:chgData name="S Mohammed kaif basha" userId="e18ae3f4e42c89f9" providerId="LiveId" clId="{632DA8BA-8435-4AC0-8B15-A3FFED27A32E}" dt="2026-01-31T07:37:42.140" v="1313" actId="22"/>
          <ac:spMkLst>
            <pc:docMk/>
            <pc:sldMk cId="1752346456" sldId="284"/>
            <ac:spMk id="3" creationId="{37504B95-6DD7-DEB2-AC66-5C17B0663AB5}"/>
          </ac:spMkLst>
        </pc:spChg>
        <pc:spChg chg="add mod">
          <ac:chgData name="S Mohammed kaif basha" userId="e18ae3f4e42c89f9" providerId="LiveId" clId="{632DA8BA-8435-4AC0-8B15-A3FFED27A32E}" dt="2026-01-31T07:49:55.095" v="1512" actId="115"/>
          <ac:spMkLst>
            <pc:docMk/>
            <pc:sldMk cId="1752346456" sldId="284"/>
            <ac:spMk id="6" creationId="{BE0CF311-E1E8-3A1E-A923-89ABC4747424}"/>
          </ac:spMkLst>
        </pc:spChg>
        <pc:picChg chg="add mod ord">
          <ac:chgData name="S Mohammed kaif basha" userId="e18ae3f4e42c89f9" providerId="LiveId" clId="{632DA8BA-8435-4AC0-8B15-A3FFED27A32E}" dt="2026-01-31T07:37:59.656" v="1318" actId="14100"/>
          <ac:picMkLst>
            <pc:docMk/>
            <pc:sldMk cId="1752346456" sldId="284"/>
            <ac:picMk id="5" creationId="{ADE2A9E6-758E-3EE3-9059-F4E754CA2E6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415E0-51E2-491C-9EF9-E3E26C4F51D7}"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767F6-19B3-4343-B6A4-8E1561C76817}" type="slidenum">
              <a:rPr lang="en-IN" smtClean="0"/>
              <a:t>‹#›</a:t>
            </a:fld>
            <a:endParaRPr lang="en-IN"/>
          </a:p>
        </p:txBody>
      </p:sp>
    </p:spTree>
    <p:extLst>
      <p:ext uri="{BB962C8B-B14F-4D97-AF65-F5344CB8AC3E}">
        <p14:creationId xmlns:p14="http://schemas.microsoft.com/office/powerpoint/2010/main" val="3850388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noRot="1" noChangeAspect="1"/>
          </p:cNvSpPr>
          <p:nvPr>
            <p:ph type="sldImg"/>
          </p:nvPr>
        </p:nvSpPr>
        <p:spPr>
          <a:xfrm>
            <a:off x="685800" y="1143000"/>
            <a:ext cx="5486400" cy="3086100"/>
          </a:xfrm>
          <a:prstGeom prst="rect">
            <a:avLst/>
          </a:prstGeom>
          <a:ln w="0">
            <a:noFill/>
          </a:ln>
        </p:spPr>
      </p:sp>
      <p:sp>
        <p:nvSpPr>
          <p:cNvPr id="2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09"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B7EF267F-EBF5-4A76-A6E7-C48654B460F8}" type="slidenum">
              <a:rPr lang="en-US" sz="1200" b="0" strike="noStrike" spc="-1">
                <a:solidFill>
                  <a:srgbClr val="000000"/>
                </a:solidFill>
                <a:latin typeface="Times New Roman"/>
              </a:rPr>
              <a:t>1</a:t>
            </a:fld>
            <a:endParaRPr lang="en-IN"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noRot="1" noChangeAspect="1"/>
          </p:cNvSpPr>
          <p:nvPr>
            <p:ph type="sldImg"/>
          </p:nvPr>
        </p:nvSpPr>
        <p:spPr>
          <a:xfrm>
            <a:off x="685800" y="1143000"/>
            <a:ext cx="5486400" cy="3086100"/>
          </a:xfrm>
          <a:prstGeom prst="rect">
            <a:avLst/>
          </a:prstGeom>
          <a:ln w="0">
            <a:noFill/>
          </a:ln>
        </p:spPr>
      </p:sp>
      <p:sp>
        <p:nvSpPr>
          <p:cNvPr id="2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24"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91C0C6BE-B6C2-44DE-A5FD-57ECAA00A1DB}" type="slidenum">
              <a:rPr lang="en-US" sz="1200" b="0" strike="noStrike" spc="-1">
                <a:solidFill>
                  <a:srgbClr val="000000"/>
                </a:solidFill>
                <a:latin typeface="Times New Roman"/>
              </a:rPr>
              <a:t>18</a:t>
            </a:fld>
            <a:endParaRPr lang="en-IN"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902513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564243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329116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861084-1853-4F3E-A279-21DFD0AD78D8}"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3289058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861084-1853-4F3E-A279-21DFD0AD78D8}"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133819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861084-1853-4F3E-A279-21DFD0AD78D8}"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1431430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61084-1853-4F3E-A279-21DFD0AD78D8}"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426494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61084-1853-4F3E-A279-21DFD0AD78D8}"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305925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861084-1853-4F3E-A279-21DFD0AD78D8}"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177267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1319003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94711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2663126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14684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3020173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2044687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61084-1853-4F3E-A279-21DFD0AD78D8}"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6D9D59-5007-4294-A099-6084FBD06073}" type="slidenum">
              <a:rPr lang="en-IN" smtClean="0"/>
              <a:t>‹#›</a:t>
            </a:fld>
            <a:endParaRPr lang="en-IN"/>
          </a:p>
        </p:txBody>
      </p:sp>
    </p:spTree>
    <p:extLst>
      <p:ext uri="{BB962C8B-B14F-4D97-AF65-F5344CB8AC3E}">
        <p14:creationId xmlns:p14="http://schemas.microsoft.com/office/powerpoint/2010/main" val="87206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8861084-1853-4F3E-A279-21DFD0AD78D8}" type="datetimeFigureOut">
              <a:rPr lang="en-IN" smtClean="0"/>
              <a:t>31-01-2026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A6D9D59-5007-4294-A099-6084FBD06073}" type="slidenum">
              <a:rPr lang="en-IN" smtClean="0"/>
              <a:t>‹#›</a:t>
            </a:fld>
            <a:endParaRPr lang="en-IN"/>
          </a:p>
        </p:txBody>
      </p:sp>
    </p:spTree>
    <p:extLst>
      <p:ext uri="{BB962C8B-B14F-4D97-AF65-F5344CB8AC3E}">
        <p14:creationId xmlns:p14="http://schemas.microsoft.com/office/powerpoint/2010/main" val="94760523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Image 1"/>
          <p:cNvPicPr/>
          <p:nvPr/>
        </p:nvPicPr>
        <p:blipFill>
          <a:blip r:embed="rId3"/>
          <a:stretch/>
        </p:blipFill>
        <p:spPr>
          <a:xfrm>
            <a:off x="1125606" y="172079"/>
            <a:ext cx="2271354" cy="2259621"/>
          </a:xfrm>
          <a:prstGeom prst="rect">
            <a:avLst/>
          </a:prstGeom>
          <a:ln w="0">
            <a:noFill/>
          </a:ln>
        </p:spPr>
      </p:pic>
      <p:sp>
        <p:nvSpPr>
          <p:cNvPr id="155" name="TextBox 2"/>
          <p:cNvSpPr/>
          <p:nvPr/>
        </p:nvSpPr>
        <p:spPr>
          <a:xfrm>
            <a:off x="3520883" y="504498"/>
            <a:ext cx="6093720" cy="1525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6480" indent="-6480" algn="ctr" defTabSz="914400">
              <a:lnSpc>
                <a:spcPct val="115000"/>
              </a:lnSpc>
              <a:spcAft>
                <a:spcPts val="825"/>
              </a:spcAft>
              <a:tabLst>
                <a:tab pos="0" algn="l"/>
              </a:tabLst>
            </a:pPr>
            <a:r>
              <a:rPr lang="en-US" sz="1800" b="1" strike="noStrike" spc="-1" dirty="0">
                <a:solidFill>
                  <a:srgbClr val="000000"/>
                </a:solidFill>
                <a:latin typeface="Times New Roman"/>
                <a:ea typeface="Times New Roman"/>
              </a:rPr>
              <a:t>SRI VENKATAESHWARA COLLEGE OF ENGINEERING AND TECHNOLOGY (AUTONOMOUS)</a:t>
            </a:r>
            <a:endParaRPr lang="en-IN" sz="1800" b="0" strike="noStrike" spc="-1" dirty="0">
              <a:solidFill>
                <a:srgbClr val="000000"/>
              </a:solidFill>
              <a:latin typeface="Arial"/>
            </a:endParaRPr>
          </a:p>
          <a:p>
            <a:pPr marL="6480" indent="-6480" algn="ctr" defTabSz="914400">
              <a:lnSpc>
                <a:spcPct val="115000"/>
              </a:lnSpc>
              <a:spcAft>
                <a:spcPts val="825"/>
              </a:spcAft>
              <a:tabLst>
                <a:tab pos="0" algn="l"/>
              </a:tabLst>
            </a:pPr>
            <a:r>
              <a:rPr lang="en-US" sz="1800" b="1" strike="noStrike" spc="-1" dirty="0">
                <a:solidFill>
                  <a:srgbClr val="000000"/>
                </a:solidFill>
                <a:latin typeface="Times New Roman"/>
                <a:ea typeface="Times New Roman"/>
              </a:rPr>
              <a:t>R.V.S Nagar, Chittoor – 517 127. (A.P)</a:t>
            </a:r>
            <a:endParaRPr lang="en-IN" sz="1800" b="0" strike="noStrike" spc="-1" dirty="0">
              <a:solidFill>
                <a:srgbClr val="000000"/>
              </a:solidFill>
              <a:latin typeface="Arial"/>
            </a:endParaRPr>
          </a:p>
          <a:p>
            <a:pPr marL="6480" indent="-6480" algn="ctr" defTabSz="914400">
              <a:lnSpc>
                <a:spcPct val="115000"/>
              </a:lnSpc>
              <a:spcAft>
                <a:spcPts val="825"/>
              </a:spcAft>
              <a:tabLst>
                <a:tab pos="0" algn="l"/>
              </a:tabLst>
            </a:pPr>
            <a:r>
              <a:rPr lang="en-US" sz="1600" b="1" strike="noStrike" spc="-1" dirty="0">
                <a:solidFill>
                  <a:srgbClr val="000000"/>
                </a:solidFill>
                <a:latin typeface="Times New Roman"/>
                <a:ea typeface="Times New Roman"/>
              </a:rPr>
              <a:t>Department of CSE(AI&amp;ML)</a:t>
            </a:r>
            <a:endParaRPr lang="en-IN" sz="1600" b="0" strike="noStrike" spc="-1" dirty="0">
              <a:solidFill>
                <a:srgbClr val="000000"/>
              </a:solidFill>
              <a:latin typeface="Arial"/>
            </a:endParaRPr>
          </a:p>
        </p:txBody>
      </p:sp>
      <p:sp>
        <p:nvSpPr>
          <p:cNvPr id="156" name="Title 1"/>
          <p:cNvSpPr/>
          <p:nvPr/>
        </p:nvSpPr>
        <p:spPr>
          <a:xfrm>
            <a:off x="700705" y="2051847"/>
            <a:ext cx="10197000" cy="1377153"/>
          </a:xfrm>
          <a:custGeom>
            <a:avLst/>
            <a:gdLst>
              <a:gd name="textAreaLeft" fmla="*/ 0 w 10197000"/>
              <a:gd name="textAreaRight" fmla="*/ 10197720 w 10197000"/>
              <a:gd name="textAreaTop" fmla="*/ 0 h 1778040"/>
              <a:gd name="textAreaBottom" fmla="*/ 1778760 h 177804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30000"/>
              </a:lnSpc>
            </a:pPr>
            <a:r>
              <a:rPr lang="en-US" sz="2800" b="1" strike="noStrike" spc="145" dirty="0">
                <a:solidFill>
                  <a:schemeClr val="dk1">
                    <a:lumMod val="75000"/>
                    <a:lumOff val="25000"/>
                  </a:schemeClr>
                </a:solidFill>
                <a:latin typeface="Times New Roman"/>
              </a:rPr>
              <a:t>Project Title:</a:t>
            </a:r>
            <a:endParaRPr lang="en-IN" sz="2800" b="0" strike="noStrike" spc="-1" dirty="0">
              <a:solidFill>
                <a:srgbClr val="000000"/>
              </a:solidFill>
              <a:latin typeface="Arial"/>
            </a:endParaRPr>
          </a:p>
          <a:p>
            <a:pPr algn="ctr" defTabSz="914400">
              <a:lnSpc>
                <a:spcPct val="130000"/>
              </a:lnSpc>
            </a:pPr>
            <a:r>
              <a:rPr lang="en-US" sz="2800" b="1" strike="noStrike" spc="145" dirty="0">
                <a:solidFill>
                  <a:schemeClr val="dk1">
                    <a:lumMod val="75000"/>
                    <a:lumOff val="25000"/>
                  </a:schemeClr>
                </a:solidFill>
                <a:latin typeface="Times New Roman"/>
              </a:rPr>
              <a:t>ADVERSE DRUG EFFECT DETECTION</a:t>
            </a:r>
            <a:endParaRPr lang="en-IN" sz="2800" b="0" strike="noStrike" spc="-1" dirty="0">
              <a:solidFill>
                <a:srgbClr val="000000"/>
              </a:solidFill>
              <a:latin typeface="Arial"/>
            </a:endParaRPr>
          </a:p>
        </p:txBody>
      </p:sp>
      <p:sp>
        <p:nvSpPr>
          <p:cNvPr id="157" name="Title 1"/>
          <p:cNvSpPr/>
          <p:nvPr/>
        </p:nvSpPr>
        <p:spPr>
          <a:xfrm>
            <a:off x="700705" y="3332537"/>
            <a:ext cx="5265255" cy="2187528"/>
          </a:xfrm>
          <a:custGeom>
            <a:avLst/>
            <a:gdLst>
              <a:gd name="textAreaLeft" fmla="*/ 0 w 4133880"/>
              <a:gd name="textAreaRight" fmla="*/ 4134600 w 4133880"/>
              <a:gd name="textAreaTop" fmla="*/ 0 h 1947240"/>
              <a:gd name="textAreaBottom" fmla="*/ 1947960 h 194724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0000"/>
              </a:lnSpc>
            </a:pPr>
            <a:r>
              <a:rPr lang="en-US" sz="1600" b="1" strike="noStrike" spc="145" dirty="0">
                <a:solidFill>
                  <a:schemeClr val="dk1">
                    <a:lumMod val="75000"/>
                    <a:lumOff val="25000"/>
                  </a:schemeClr>
                </a:solidFill>
                <a:latin typeface="Times New Roman"/>
              </a:rPr>
              <a:t>TEAM MEMBERS:</a:t>
            </a:r>
            <a:endParaRPr lang="en-IN" sz="16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600" spc="145" dirty="0">
                <a:solidFill>
                  <a:schemeClr val="dk1">
                    <a:lumMod val="75000"/>
                    <a:lumOff val="25000"/>
                  </a:schemeClr>
                </a:solidFill>
                <a:latin typeface="Times New Roman"/>
              </a:rPr>
              <a:t>P. LAHARI </a:t>
            </a:r>
            <a:r>
              <a:rPr lang="en-US" sz="1600" b="0" strike="noStrike" spc="145" dirty="0">
                <a:solidFill>
                  <a:schemeClr val="dk1">
                    <a:lumMod val="75000"/>
                    <a:lumOff val="25000"/>
                  </a:schemeClr>
                </a:solidFill>
                <a:latin typeface="Times New Roman"/>
              </a:rPr>
              <a:t>(22781A33A2)</a:t>
            </a:r>
            <a:endParaRPr lang="en-IN" sz="16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600" b="0" strike="noStrike" spc="145" dirty="0">
                <a:solidFill>
                  <a:schemeClr val="dk1">
                    <a:lumMod val="75000"/>
                    <a:lumOff val="25000"/>
                  </a:schemeClr>
                </a:solidFill>
                <a:latin typeface="Times New Roman"/>
              </a:rPr>
              <a:t>S. MOHAMMED KAIF BASHA (22781A33B0)</a:t>
            </a:r>
            <a:endParaRPr lang="en-IN" sz="16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600" spc="145" dirty="0">
                <a:solidFill>
                  <a:schemeClr val="dk1">
                    <a:lumMod val="75000"/>
                    <a:lumOff val="25000"/>
                  </a:schemeClr>
                </a:solidFill>
                <a:latin typeface="Times New Roman"/>
              </a:rPr>
              <a:t>SHAIK SULEMAN </a:t>
            </a:r>
            <a:r>
              <a:rPr lang="en-US" sz="1600" b="0" strike="noStrike" spc="145" dirty="0">
                <a:solidFill>
                  <a:schemeClr val="dk1">
                    <a:lumMod val="75000"/>
                    <a:lumOff val="25000"/>
                  </a:schemeClr>
                </a:solidFill>
                <a:latin typeface="Times New Roman"/>
              </a:rPr>
              <a:t>(</a:t>
            </a:r>
            <a:r>
              <a:rPr lang="en-US" sz="1600" spc="145" dirty="0">
                <a:solidFill>
                  <a:schemeClr val="dk1">
                    <a:lumMod val="75000"/>
                    <a:lumOff val="25000"/>
                  </a:schemeClr>
                </a:solidFill>
                <a:latin typeface="Times New Roman"/>
              </a:rPr>
              <a:t>23785A3315</a:t>
            </a:r>
            <a:r>
              <a:rPr lang="en-US" sz="1600" b="0" strike="noStrike" spc="145" dirty="0">
                <a:solidFill>
                  <a:schemeClr val="dk1">
                    <a:lumMod val="75000"/>
                    <a:lumOff val="25000"/>
                  </a:schemeClr>
                </a:solidFill>
                <a:latin typeface="Times New Roman"/>
              </a:rPr>
              <a:t>)</a:t>
            </a:r>
            <a:endParaRPr lang="en-IN" sz="16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600" spc="145" dirty="0">
                <a:solidFill>
                  <a:schemeClr val="dk1">
                    <a:lumMod val="75000"/>
                    <a:lumOff val="25000"/>
                  </a:schemeClr>
                </a:solidFill>
                <a:latin typeface="Times New Roman"/>
              </a:rPr>
              <a:t>M. NAGOOR BABU </a:t>
            </a:r>
            <a:r>
              <a:rPr lang="en-US" sz="1600" b="0" strike="noStrike" spc="145" dirty="0">
                <a:solidFill>
                  <a:schemeClr val="dk1">
                    <a:lumMod val="75000"/>
                    <a:lumOff val="25000"/>
                  </a:schemeClr>
                </a:solidFill>
                <a:latin typeface="Times New Roman"/>
              </a:rPr>
              <a:t>(22781A3390)</a:t>
            </a:r>
          </a:p>
          <a:p>
            <a:pPr marL="343080" indent="-343080" defTabSz="914400">
              <a:lnSpc>
                <a:spcPct val="130000"/>
              </a:lnSpc>
              <a:buClr>
                <a:srgbClr val="404040"/>
              </a:buClr>
              <a:buFont typeface="OpenSymbol"/>
              <a:buAutoNum type="arabicPeriod"/>
            </a:pPr>
            <a:r>
              <a:rPr lang="en-US" sz="1600" spc="145" dirty="0">
                <a:solidFill>
                  <a:schemeClr val="dk1">
                    <a:lumMod val="75000"/>
                    <a:lumOff val="25000"/>
                  </a:schemeClr>
                </a:solidFill>
                <a:latin typeface="Times New Roman"/>
              </a:rPr>
              <a:t>P. YUVARAJ (22781A33A4)</a:t>
            </a:r>
            <a:br>
              <a:rPr sz="1600" dirty="0"/>
            </a:br>
            <a:r>
              <a:rPr lang="en-US" sz="1600" b="0" strike="noStrike" spc="145" dirty="0">
                <a:solidFill>
                  <a:schemeClr val="dk1">
                    <a:lumMod val="75000"/>
                    <a:lumOff val="25000"/>
                  </a:schemeClr>
                </a:solidFill>
                <a:latin typeface="Times New Roman"/>
              </a:rPr>
              <a:t> </a:t>
            </a:r>
            <a:endParaRPr lang="en-IN" sz="1600" b="0" strike="noStrike" spc="-1" dirty="0">
              <a:solidFill>
                <a:srgbClr val="000000"/>
              </a:solidFill>
              <a:latin typeface="Arial"/>
            </a:endParaRPr>
          </a:p>
        </p:txBody>
      </p:sp>
      <p:sp>
        <p:nvSpPr>
          <p:cNvPr id="158" name="Title 1"/>
          <p:cNvSpPr/>
          <p:nvPr/>
        </p:nvSpPr>
        <p:spPr>
          <a:xfrm>
            <a:off x="4208396" y="5640802"/>
            <a:ext cx="2773345" cy="930287"/>
          </a:xfrm>
          <a:custGeom>
            <a:avLst/>
            <a:gdLst>
              <a:gd name="textAreaLeft" fmla="*/ 0 w 3348720"/>
              <a:gd name="textAreaRight" fmla="*/ 3349440 w 3348720"/>
              <a:gd name="textAreaTop" fmla="*/ 0 h 1641960"/>
              <a:gd name="textAreaBottom" fmla="*/ 1642680 h 164196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0000"/>
              </a:lnSpc>
            </a:pPr>
            <a:r>
              <a:rPr lang="en-US" sz="1600" b="1" strike="noStrike" spc="145" dirty="0">
                <a:solidFill>
                  <a:schemeClr val="dk1">
                    <a:lumMod val="75000"/>
                    <a:lumOff val="25000"/>
                  </a:schemeClr>
                </a:solidFill>
                <a:latin typeface="Times New Roman"/>
              </a:rPr>
              <a:t>Guide:</a:t>
            </a:r>
            <a:endParaRPr lang="en-IN" sz="1600" b="0" strike="noStrike" spc="-1" dirty="0">
              <a:solidFill>
                <a:srgbClr val="000000"/>
              </a:solidFill>
              <a:latin typeface="Arial"/>
            </a:endParaRPr>
          </a:p>
          <a:p>
            <a:pPr defTabSz="914400">
              <a:lnSpc>
                <a:spcPct val="130000"/>
              </a:lnSpc>
            </a:pPr>
            <a:r>
              <a:rPr lang="en-US" sz="1600" b="0" strike="noStrike" spc="145" dirty="0">
                <a:solidFill>
                  <a:srgbClr val="000000"/>
                </a:solidFill>
                <a:latin typeface="Times New Roman"/>
                <a:ea typeface="Times New Roman"/>
              </a:rPr>
              <a:t>   </a:t>
            </a:r>
            <a:r>
              <a:rPr lang="en-US" sz="1600" spc="145" dirty="0">
                <a:solidFill>
                  <a:srgbClr val="000000"/>
                </a:solidFill>
                <a:latin typeface="Times New Roman"/>
                <a:ea typeface="Times New Roman"/>
              </a:rPr>
              <a:t>Dr. K. Nandha Kumar</a:t>
            </a:r>
            <a:endParaRPr lang="en-IN" sz="1600" b="0" strike="noStrike" spc="-1" dirty="0">
              <a:solidFill>
                <a:srgbClr val="000000"/>
              </a:solidFill>
              <a:latin typeface="Arial"/>
            </a:endParaRPr>
          </a:p>
        </p:txBody>
      </p:sp>
      <p:sp>
        <p:nvSpPr>
          <p:cNvPr id="2" name="TextBox 1">
            <a:extLst>
              <a:ext uri="{FF2B5EF4-FFF2-40B4-BE49-F238E27FC236}">
                <a16:creationId xmlns:a16="http://schemas.microsoft.com/office/drawing/2014/main" id="{FAFA9588-BC33-3172-A0D1-C3CA7D3580DF}"/>
              </a:ext>
            </a:extLst>
          </p:cNvPr>
          <p:cNvSpPr txBox="1"/>
          <p:nvPr/>
        </p:nvSpPr>
        <p:spPr>
          <a:xfrm>
            <a:off x="1064897" y="5646117"/>
            <a:ext cx="1818861" cy="584775"/>
          </a:xfrm>
          <a:prstGeom prst="rect">
            <a:avLst/>
          </a:prstGeom>
          <a:noFill/>
        </p:spPr>
        <p:txBody>
          <a:bodyPr wrap="square" rtlCol="0">
            <a:spAutoFit/>
          </a:bodyPr>
          <a:lstStyle/>
          <a:p>
            <a:r>
              <a:rPr lang="en-GB" sz="1600" b="1" dirty="0">
                <a:latin typeface="Times New Roman" panose="02020603050405020304" pitchFamily="18" charset="0"/>
                <a:cs typeface="Times New Roman" panose="02020603050405020304" pitchFamily="18" charset="0"/>
              </a:rPr>
              <a:t>Mentor:</a:t>
            </a:r>
          </a:p>
          <a:p>
            <a:r>
              <a:rPr lang="en-GB" sz="1600" dirty="0">
                <a:latin typeface="Times New Roman" panose="02020603050405020304" pitchFamily="18" charset="0"/>
                <a:cs typeface="Times New Roman" panose="02020603050405020304" pitchFamily="18" charset="0"/>
              </a:rPr>
              <a:t>    Dr, Kalpana</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EFEE417-B7A0-3A42-CBD6-C51E3BB04C94}"/>
              </a:ext>
            </a:extLst>
          </p:cNvPr>
          <p:cNvSpPr txBox="1"/>
          <p:nvPr/>
        </p:nvSpPr>
        <p:spPr>
          <a:xfrm>
            <a:off x="7812156" y="5629208"/>
            <a:ext cx="2126974" cy="646331"/>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HOD :</a:t>
            </a:r>
          </a:p>
          <a:p>
            <a:r>
              <a:rPr lang="en-GB" dirty="0">
                <a:latin typeface="Times New Roman" panose="02020603050405020304" pitchFamily="18" charset="0"/>
                <a:cs typeface="Times New Roman" panose="02020603050405020304" pitchFamily="18" charset="0"/>
              </a:rPr>
              <a:t>     Dr. M. Lavanya</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idx="4294967295"/>
          </p:nvPr>
        </p:nvSpPr>
        <p:spPr>
          <a:xfrm>
            <a:off x="693336" y="0"/>
            <a:ext cx="6900863" cy="1036638"/>
          </a:xfrm>
          <a:prstGeom prst="rect">
            <a:avLst/>
          </a:prstGeom>
          <a:noFill/>
          <a:ln w="0">
            <a:noFill/>
          </a:ln>
        </p:spPr>
        <p:txBody>
          <a:bodyPr lIns="109800" tIns="109800" rIns="109800" bIns="91440" anchor="b">
            <a:noAutofit/>
          </a:bodyPr>
          <a:lstStyle/>
          <a:p>
            <a:pPr indent="0" defTabSz="914400">
              <a:lnSpc>
                <a:spcPct val="100000"/>
              </a:lnSpc>
              <a:buNone/>
              <a:tabLst>
                <a:tab pos="0" algn="l"/>
              </a:tabLst>
            </a:pPr>
            <a:r>
              <a:rPr lang="en-US" sz="3200" b="1" strike="noStrike" spc="145" dirty="0">
                <a:solidFill>
                  <a:schemeClr val="dk1">
                    <a:lumMod val="75000"/>
                    <a:lumOff val="25000"/>
                  </a:schemeClr>
                </a:solidFill>
                <a:latin typeface="Times New Roman"/>
              </a:rPr>
              <a:t>AGENDA</a:t>
            </a:r>
            <a:endParaRPr lang="en-IN" sz="3200" b="0" strike="noStrike" spc="-1" dirty="0">
              <a:solidFill>
                <a:srgbClr val="000000"/>
              </a:solidFill>
              <a:latin typeface="Arial"/>
            </a:endParaRPr>
          </a:p>
        </p:txBody>
      </p:sp>
      <p:sp>
        <p:nvSpPr>
          <p:cNvPr id="160" name="PlaceHolder 2"/>
          <p:cNvSpPr>
            <a:spLocks noGrp="1"/>
          </p:cNvSpPr>
          <p:nvPr>
            <p:ph idx="4294967295"/>
          </p:nvPr>
        </p:nvSpPr>
        <p:spPr>
          <a:xfrm>
            <a:off x="773723" y="1287410"/>
            <a:ext cx="6163790" cy="5165725"/>
          </a:xfrm>
          <a:prstGeom prst="rect">
            <a:avLst/>
          </a:prstGeom>
          <a:noFill/>
          <a:ln w="0">
            <a:noFill/>
          </a:ln>
        </p:spPr>
        <p:txBody>
          <a:bodyPr lIns="109800" tIns="109800" rIns="109800" bIns="91440" anchor="t">
            <a:normAutofit fontScale="87222" lnSpcReduction="20000"/>
          </a:bodyPr>
          <a:lstStyle/>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INTRODUCTION</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ABSTRACT</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LITERATURE SURVEY</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PROBLEM STATEMENT</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OBJECTIVES OF THE PROPOSED SYSTEM</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spc="145" dirty="0">
                <a:solidFill>
                  <a:schemeClr val="dk1">
                    <a:lumMod val="75000"/>
                    <a:lumOff val="25000"/>
                  </a:schemeClr>
                </a:solidFill>
                <a:latin typeface="Times New Roman"/>
                <a:ea typeface="Calibri"/>
              </a:rPr>
              <a:t>MODULE DESCRIPTION</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spc="145" dirty="0">
                <a:solidFill>
                  <a:schemeClr val="dk1">
                    <a:lumMod val="75000"/>
                    <a:lumOff val="25000"/>
                  </a:schemeClr>
                </a:solidFill>
                <a:latin typeface="Times New Roman"/>
                <a:ea typeface="Calibri"/>
              </a:rPr>
              <a:t>METHODOLOGY &amp; ALGORITHM </a:t>
            </a:r>
          </a:p>
          <a:p>
            <a:pPr marL="457200" indent="-457200" defTabSz="914400">
              <a:lnSpc>
                <a:spcPct val="170000"/>
              </a:lnSpc>
              <a:spcBef>
                <a:spcPts val="930"/>
              </a:spcBef>
              <a:buClr>
                <a:srgbClr val="404040"/>
              </a:buClr>
              <a:buFont typeface="Meiryo"/>
              <a:buAutoNum type="arabicPeriod"/>
            </a:pPr>
            <a:r>
              <a:rPr lang="en-US" sz="2000" spc="145" dirty="0">
                <a:solidFill>
                  <a:schemeClr val="dk1">
                    <a:lumMod val="75000"/>
                    <a:lumOff val="25000"/>
                  </a:schemeClr>
                </a:solidFill>
                <a:latin typeface="Times New Roman"/>
                <a:ea typeface="Calibri"/>
              </a:rPr>
              <a:t>IMPLEMENTATION &amp; EXECUTION</a:t>
            </a:r>
          </a:p>
          <a:p>
            <a:pPr marL="457200" indent="-457200" defTabSz="914400">
              <a:lnSpc>
                <a:spcPct val="170000"/>
              </a:lnSpc>
              <a:spcBef>
                <a:spcPts val="930"/>
              </a:spcBef>
              <a:buClr>
                <a:srgbClr val="404040"/>
              </a:buClr>
              <a:buFont typeface="Meiryo"/>
              <a:buAutoNum type="arabicPeriod"/>
            </a:pPr>
            <a:r>
              <a:rPr lang="en-IN" sz="2000" b="0" strike="noStrike" spc="-1" dirty="0">
                <a:solidFill>
                  <a:srgbClr val="000000"/>
                </a:solidFill>
                <a:latin typeface="Times New Roman" panose="02020603050405020304" pitchFamily="18" charset="0"/>
                <a:cs typeface="Times New Roman" panose="02020603050405020304" pitchFamily="18" charset="0"/>
              </a:rPr>
              <a:t>FUTURE SCOPE</a:t>
            </a: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CONCLUSION </a:t>
            </a:r>
            <a:endParaRPr lang="en-IN" sz="2000" b="0" strike="noStrike" spc="-1" dirty="0">
              <a:solidFill>
                <a:srgbClr val="000000"/>
              </a:solidFill>
              <a:latin typeface="Arial"/>
            </a:endParaRP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F4086-54F4-29D9-3CD5-F295D89A9004}"/>
              </a:ext>
            </a:extLst>
          </p:cNvPr>
          <p:cNvSpPr>
            <a:spLocks noGrp="1"/>
          </p:cNvSpPr>
          <p:nvPr>
            <p:ph type="title"/>
          </p:nvPr>
        </p:nvSpPr>
        <p:spPr>
          <a:xfrm>
            <a:off x="838200" y="296300"/>
            <a:ext cx="10515600" cy="726256"/>
          </a:xfrm>
        </p:spPr>
        <p:txBody>
          <a:bodyPr>
            <a:normAutofit/>
          </a:bodyPr>
          <a:lstStyle/>
          <a:p>
            <a:r>
              <a:rPr lang="en-IN" sz="4000" b="1" dirty="0">
                <a:latin typeface="+mn-lt"/>
              </a:rPr>
              <a:t>INTRODUCTION</a:t>
            </a:r>
          </a:p>
        </p:txBody>
      </p:sp>
      <p:sp>
        <p:nvSpPr>
          <p:cNvPr id="3" name="Content Placeholder 2">
            <a:extLst>
              <a:ext uri="{FF2B5EF4-FFF2-40B4-BE49-F238E27FC236}">
                <a16:creationId xmlns:a16="http://schemas.microsoft.com/office/drawing/2014/main" id="{ACB3E17E-A86B-298A-34E5-E783E16DE222}"/>
              </a:ext>
            </a:extLst>
          </p:cNvPr>
          <p:cNvSpPr>
            <a:spLocks noGrp="1"/>
          </p:cNvSpPr>
          <p:nvPr>
            <p:ph idx="1"/>
          </p:nvPr>
        </p:nvSpPr>
        <p:spPr>
          <a:xfrm>
            <a:off x="688258" y="1268361"/>
            <a:ext cx="11041626" cy="5043949"/>
          </a:xfrm>
        </p:spPr>
        <p:txBody>
          <a:bodyPr>
            <a:normAutofit fontScale="92500" lnSpcReduction="10000"/>
          </a:bodyPr>
          <a:lstStyle/>
          <a:p>
            <a:r>
              <a:rPr lang="en-US" dirty="0"/>
              <a:t>Background</a:t>
            </a:r>
          </a:p>
          <a:p>
            <a:pPr marL="0" indent="0">
              <a:buNone/>
            </a:pPr>
            <a:r>
              <a:rPr lang="en-US" dirty="0"/>
              <a:t>      </a:t>
            </a:r>
            <a:r>
              <a:rPr lang="en-US" sz="2600" dirty="0"/>
              <a:t>Adverse Drug Effects (ADEs) are harmful reactions caused by medicines. Many side effects are identified only after drugs are widely used. Most ADE information is found in unstructured text such as clinical notes and medical reports, which is difficult to analyze manually.</a:t>
            </a:r>
          </a:p>
          <a:p>
            <a:r>
              <a:rPr lang="en-US" dirty="0"/>
              <a:t>Motivation</a:t>
            </a:r>
          </a:p>
          <a:p>
            <a:pPr marL="0" indent="0">
              <a:buNone/>
            </a:pPr>
            <a:r>
              <a:rPr lang="en-US" dirty="0"/>
              <a:t>        </a:t>
            </a:r>
            <a:r>
              <a:rPr lang="en-US" sz="2600" dirty="0"/>
              <a:t>Manual drug safety monitoring is slow and inefficient. This project is motivated by the need to use Machine Learning and NLP to automatically detect adverse drug effects and reduce human effort.</a:t>
            </a:r>
          </a:p>
          <a:p>
            <a:r>
              <a:rPr lang="en-US" dirty="0"/>
              <a:t>Importance</a:t>
            </a:r>
          </a:p>
          <a:p>
            <a:pPr marL="0" indent="0">
              <a:buNone/>
            </a:pPr>
            <a:r>
              <a:rPr lang="en-US" dirty="0"/>
              <a:t>           </a:t>
            </a:r>
            <a:r>
              <a:rPr lang="en-US" sz="2600" dirty="0"/>
              <a:t>Early detection of ADEs improves patient safety and supports better healthcare decisions. An automated system helps clinicians, pharmaceutical companies, and regulators monitor drug safety effectively.</a:t>
            </a:r>
          </a:p>
          <a:p>
            <a:endParaRPr lang="en-IN" dirty="0"/>
          </a:p>
        </p:txBody>
      </p:sp>
    </p:spTree>
    <p:extLst>
      <p:ext uri="{BB962C8B-B14F-4D97-AF65-F5344CB8AC3E}">
        <p14:creationId xmlns:p14="http://schemas.microsoft.com/office/powerpoint/2010/main" val="404083022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9F2BA-E712-13D3-4D5F-685B45F6682B}"/>
              </a:ext>
            </a:extLst>
          </p:cNvPr>
          <p:cNvSpPr>
            <a:spLocks noGrp="1"/>
          </p:cNvSpPr>
          <p:nvPr>
            <p:ph type="title"/>
          </p:nvPr>
        </p:nvSpPr>
        <p:spPr>
          <a:xfrm>
            <a:off x="838200" y="472715"/>
            <a:ext cx="10515600" cy="647598"/>
          </a:xfrm>
        </p:spPr>
        <p:txBody>
          <a:bodyPr>
            <a:normAutofit/>
          </a:bodyPr>
          <a:lstStyle/>
          <a:p>
            <a:r>
              <a:rPr lang="en-US" b="1" dirty="0">
                <a:latin typeface="+mn-lt"/>
              </a:rPr>
              <a:t>Abstract</a:t>
            </a:r>
            <a:endParaRPr lang="en-IN" dirty="0">
              <a:latin typeface="+mn-lt"/>
            </a:endParaRPr>
          </a:p>
        </p:txBody>
      </p:sp>
      <p:sp>
        <p:nvSpPr>
          <p:cNvPr id="3" name="Content Placeholder 2">
            <a:extLst>
              <a:ext uri="{FF2B5EF4-FFF2-40B4-BE49-F238E27FC236}">
                <a16:creationId xmlns:a16="http://schemas.microsoft.com/office/drawing/2014/main" id="{D90EDF6A-728D-B2E1-92E2-9C4D80D970D2}"/>
              </a:ext>
            </a:extLst>
          </p:cNvPr>
          <p:cNvSpPr>
            <a:spLocks noGrp="1"/>
          </p:cNvSpPr>
          <p:nvPr>
            <p:ph idx="1"/>
          </p:nvPr>
        </p:nvSpPr>
        <p:spPr>
          <a:xfrm>
            <a:off x="720213" y="1386349"/>
            <a:ext cx="10515600" cy="4351338"/>
          </a:xfrm>
        </p:spPr>
        <p:txBody>
          <a:bodyPr>
            <a:normAutofit lnSpcReduction="10000"/>
          </a:bodyPr>
          <a:lstStyle/>
          <a:p>
            <a:r>
              <a:rPr lang="en-US" sz="2400" dirty="0"/>
              <a:t>Adverse Drug Effects (ADEs) are harmful reactions caused by medicines and can affect patient health if not detected early. Many ADEs are reported late because the information is hidden in unstructured text such as clinical notes, medical reports, and patient feedback. Existing drug safety systems rely mostly on manual review, which is slow and inefficient.</a:t>
            </a:r>
          </a:p>
          <a:p>
            <a:r>
              <a:rPr lang="en-US" sz="2400" dirty="0"/>
              <a:t>This project develops a Machine Learning and Natural Language Processing (NLP) based system to automatically detect adverse drug effects from text data. The system identifies whether an adverse effect is present and extracts the related drug and symptom. An interactive dashboard is also created to visualize trends and high-risk drug–effect combinations.</a:t>
            </a:r>
          </a:p>
        </p:txBody>
      </p:sp>
    </p:spTree>
    <p:extLst>
      <p:ext uri="{BB962C8B-B14F-4D97-AF65-F5344CB8AC3E}">
        <p14:creationId xmlns:p14="http://schemas.microsoft.com/office/powerpoint/2010/main" val="3130883520"/>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C31DF-3999-32D8-AADB-065307B502F5}"/>
              </a:ext>
            </a:extLst>
          </p:cNvPr>
          <p:cNvSpPr>
            <a:spLocks noGrp="1"/>
          </p:cNvSpPr>
          <p:nvPr>
            <p:ph type="title"/>
          </p:nvPr>
        </p:nvSpPr>
        <p:spPr/>
        <p:txBody>
          <a:bodyPr>
            <a:normAutofit/>
          </a:bodyPr>
          <a:lstStyle/>
          <a:p>
            <a:r>
              <a:rPr lang="en-IN" sz="4000" b="1" dirty="0">
                <a:latin typeface="+mn-lt"/>
              </a:rPr>
              <a:t>Literature Survey</a:t>
            </a:r>
          </a:p>
        </p:txBody>
      </p:sp>
      <p:sp>
        <p:nvSpPr>
          <p:cNvPr id="3" name="Content Placeholder 2">
            <a:extLst>
              <a:ext uri="{FF2B5EF4-FFF2-40B4-BE49-F238E27FC236}">
                <a16:creationId xmlns:a16="http://schemas.microsoft.com/office/drawing/2014/main" id="{7AAAEB20-D8D6-9633-FE28-4180978753AB}"/>
              </a:ext>
            </a:extLst>
          </p:cNvPr>
          <p:cNvSpPr>
            <a:spLocks noGrp="1"/>
          </p:cNvSpPr>
          <p:nvPr>
            <p:ph idx="1"/>
          </p:nvPr>
        </p:nvSpPr>
        <p:spPr>
          <a:xfrm>
            <a:off x="759542" y="1491327"/>
            <a:ext cx="10515600" cy="4860311"/>
          </a:xfrm>
        </p:spPr>
        <p:txBody>
          <a:bodyPr>
            <a:normAutofit fontScale="85000" lnSpcReduction="10000"/>
          </a:bodyPr>
          <a:lstStyle/>
          <a:p>
            <a:r>
              <a:rPr lang="en-US" sz="2600" b="1" dirty="0"/>
              <a:t>Existing Research</a:t>
            </a:r>
          </a:p>
          <a:p>
            <a:r>
              <a:rPr lang="en-US" sz="2600" dirty="0"/>
              <a:t>Previous studies have used manual methods and machine learning techniques to detect adverse drug effects from medical text. Recent work shows NLP-based models improve detection accuracy.</a:t>
            </a:r>
          </a:p>
          <a:p>
            <a:r>
              <a:rPr lang="en-US" sz="2600" b="1" dirty="0"/>
              <a:t>Methods Used</a:t>
            </a:r>
          </a:p>
          <a:p>
            <a:r>
              <a:rPr lang="en-US" sz="2600" dirty="0"/>
              <a:t>Statistical and rule-based approaches</a:t>
            </a:r>
          </a:p>
          <a:p>
            <a:r>
              <a:rPr lang="en-US" sz="2600" dirty="0"/>
              <a:t>Machine learning models (SVM, Random Forest)</a:t>
            </a:r>
          </a:p>
          <a:p>
            <a:r>
              <a:rPr lang="en-US" sz="2600" dirty="0"/>
              <a:t>NLP and Named Entity Recognition (NER) and Deep learning models like BERT</a:t>
            </a:r>
          </a:p>
          <a:p>
            <a:r>
              <a:rPr lang="en-US" sz="2600" b="1" dirty="0"/>
              <a:t>Identified Gaps</a:t>
            </a:r>
          </a:p>
          <a:p>
            <a:r>
              <a:rPr lang="en-US" sz="2600" dirty="0"/>
              <a:t>High manual effort</a:t>
            </a:r>
          </a:p>
          <a:p>
            <a:r>
              <a:rPr lang="en-US" sz="2600" dirty="0"/>
              <a:t>Poor handling of unstructured data</a:t>
            </a:r>
          </a:p>
          <a:p>
            <a:r>
              <a:rPr lang="en-US" sz="2600" dirty="0"/>
              <a:t>No real-time detection and Limited visualization and deployment</a:t>
            </a:r>
          </a:p>
          <a:p>
            <a:endParaRPr lang="en-IN" dirty="0"/>
          </a:p>
        </p:txBody>
      </p:sp>
    </p:spTree>
    <p:extLst>
      <p:ext uri="{BB962C8B-B14F-4D97-AF65-F5344CB8AC3E}">
        <p14:creationId xmlns:p14="http://schemas.microsoft.com/office/powerpoint/2010/main" val="2311219632"/>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800F-0F1D-4A4C-26D2-9148F1377FBE}"/>
              </a:ext>
            </a:extLst>
          </p:cNvPr>
          <p:cNvSpPr>
            <a:spLocks noGrp="1"/>
          </p:cNvSpPr>
          <p:nvPr>
            <p:ph type="title"/>
          </p:nvPr>
        </p:nvSpPr>
        <p:spPr>
          <a:xfrm>
            <a:off x="838200" y="593213"/>
            <a:ext cx="10515600" cy="726256"/>
          </a:xfrm>
        </p:spPr>
        <p:txBody>
          <a:bodyPr>
            <a:normAutofit/>
          </a:bodyPr>
          <a:lstStyle/>
          <a:p>
            <a:r>
              <a:rPr lang="en-IN" b="1" dirty="0">
                <a:latin typeface="+mn-lt"/>
              </a:rPr>
              <a:t>Problem Statement</a:t>
            </a:r>
          </a:p>
        </p:txBody>
      </p:sp>
      <p:sp>
        <p:nvSpPr>
          <p:cNvPr id="3" name="Content Placeholder 2">
            <a:extLst>
              <a:ext uri="{FF2B5EF4-FFF2-40B4-BE49-F238E27FC236}">
                <a16:creationId xmlns:a16="http://schemas.microsoft.com/office/drawing/2014/main" id="{3035FE7E-1442-A6B5-09C5-BF0F6B67C995}"/>
              </a:ext>
            </a:extLst>
          </p:cNvPr>
          <p:cNvSpPr>
            <a:spLocks noGrp="1"/>
          </p:cNvSpPr>
          <p:nvPr>
            <p:ph idx="1"/>
          </p:nvPr>
        </p:nvSpPr>
        <p:spPr>
          <a:xfrm>
            <a:off x="838200" y="1584940"/>
            <a:ext cx="10990006" cy="4884686"/>
          </a:xfrm>
        </p:spPr>
        <p:txBody>
          <a:bodyPr>
            <a:normAutofit lnSpcReduction="10000"/>
          </a:bodyPr>
          <a:lstStyle/>
          <a:p>
            <a:r>
              <a:rPr lang="en-US" sz="2400" b="1" dirty="0"/>
              <a:t>Definition of the Problem</a:t>
            </a:r>
          </a:p>
          <a:p>
            <a:r>
              <a:rPr lang="en-US" sz="2400" dirty="0"/>
              <a:t>Adverse Drug Effects (ADEs) are often hidden within unstructured text such as clinical notes, medical reports, and patient feedback. Due to this, many adverse effects are not detected early, which can negatively impact patient safety and healthcare outcomes.</a:t>
            </a:r>
          </a:p>
          <a:p>
            <a:r>
              <a:rPr lang="en-US" sz="2400" b="1" dirty="0"/>
              <a:t>Limitations of Existing Systems</a:t>
            </a:r>
          </a:p>
          <a:p>
            <a:r>
              <a:rPr lang="en-US" sz="2400" dirty="0"/>
              <a:t>Depend mainly on manual review</a:t>
            </a:r>
          </a:p>
          <a:p>
            <a:r>
              <a:rPr lang="en-US" sz="2400" dirty="0"/>
              <a:t>Slow and time-consuming detection process</a:t>
            </a:r>
          </a:p>
          <a:p>
            <a:r>
              <a:rPr lang="en-US" sz="2400" dirty="0"/>
              <a:t>Poor handling of unstructured text data</a:t>
            </a:r>
          </a:p>
          <a:p>
            <a:r>
              <a:rPr lang="en-US" sz="2400" dirty="0"/>
              <a:t>No real-time monitoring or analysis</a:t>
            </a:r>
          </a:p>
          <a:p>
            <a:r>
              <a:rPr lang="en-US" sz="2400" dirty="0"/>
              <a:t>Limited visualization and explanation of results</a:t>
            </a:r>
          </a:p>
        </p:txBody>
      </p:sp>
    </p:spTree>
    <p:extLst>
      <p:ext uri="{BB962C8B-B14F-4D97-AF65-F5344CB8AC3E}">
        <p14:creationId xmlns:p14="http://schemas.microsoft.com/office/powerpoint/2010/main" val="4106310089"/>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7FBB-D39C-2AC8-C019-0182CE32E386}"/>
              </a:ext>
            </a:extLst>
          </p:cNvPr>
          <p:cNvSpPr>
            <a:spLocks noGrp="1"/>
          </p:cNvSpPr>
          <p:nvPr>
            <p:ph type="title"/>
          </p:nvPr>
        </p:nvSpPr>
        <p:spPr>
          <a:xfrm>
            <a:off x="838200" y="681038"/>
            <a:ext cx="10515600" cy="862628"/>
          </a:xfrm>
        </p:spPr>
        <p:txBody>
          <a:bodyPr>
            <a:normAutofit fontScale="90000"/>
          </a:bodyPr>
          <a:lstStyle/>
          <a:p>
            <a:r>
              <a:rPr lang="en-US" b="1" dirty="0"/>
              <a:t>Objectives of the Proposed System</a:t>
            </a:r>
            <a:br>
              <a:rPr lang="en-US" b="1" dirty="0"/>
            </a:br>
            <a:endParaRPr lang="en-IN" dirty="0"/>
          </a:p>
        </p:txBody>
      </p:sp>
      <p:sp>
        <p:nvSpPr>
          <p:cNvPr id="3" name="Content Placeholder 2">
            <a:extLst>
              <a:ext uri="{FF2B5EF4-FFF2-40B4-BE49-F238E27FC236}">
                <a16:creationId xmlns:a16="http://schemas.microsoft.com/office/drawing/2014/main" id="{E0461D42-2AA1-6187-E86F-7104905CAD38}"/>
              </a:ext>
            </a:extLst>
          </p:cNvPr>
          <p:cNvSpPr>
            <a:spLocks noGrp="1"/>
          </p:cNvSpPr>
          <p:nvPr>
            <p:ph idx="1"/>
          </p:nvPr>
        </p:nvSpPr>
        <p:spPr>
          <a:xfrm>
            <a:off x="677334" y="2160590"/>
            <a:ext cx="8088979" cy="2490924"/>
          </a:xfrm>
        </p:spPr>
        <p:txBody>
          <a:bodyPr>
            <a:normAutofit/>
          </a:bodyPr>
          <a:lstStyle/>
          <a:p>
            <a:r>
              <a:rPr lang="en-US" sz="2000" dirty="0"/>
              <a:t>Automatically detect adverse drug effects from text</a:t>
            </a:r>
          </a:p>
          <a:p>
            <a:r>
              <a:rPr lang="en-US" sz="2000" dirty="0"/>
              <a:t>Identify drug names and associated side effects</a:t>
            </a:r>
          </a:p>
          <a:p>
            <a:r>
              <a:rPr lang="en-US" sz="2000" dirty="0"/>
              <a:t>Analyze drug–effect relationships</a:t>
            </a:r>
          </a:p>
          <a:p>
            <a:r>
              <a:rPr lang="en-US" sz="2000" dirty="0"/>
              <a:t>Provide visual analytics for safety monitoring</a:t>
            </a:r>
          </a:p>
          <a:p>
            <a:r>
              <a:rPr lang="en-US" sz="2000" dirty="0"/>
              <a:t>Enable real-time detection through a web application or API</a:t>
            </a:r>
          </a:p>
          <a:p>
            <a:endParaRPr lang="en-IN" sz="2000" dirty="0"/>
          </a:p>
        </p:txBody>
      </p:sp>
    </p:spTree>
    <p:extLst>
      <p:ext uri="{BB962C8B-B14F-4D97-AF65-F5344CB8AC3E}">
        <p14:creationId xmlns:p14="http://schemas.microsoft.com/office/powerpoint/2010/main" val="4146173794"/>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181C-330B-1A80-CB03-9F9FC7D0DCEB}"/>
              </a:ext>
            </a:extLst>
          </p:cNvPr>
          <p:cNvSpPr>
            <a:spLocks noGrp="1"/>
          </p:cNvSpPr>
          <p:nvPr>
            <p:ph type="title"/>
          </p:nvPr>
        </p:nvSpPr>
        <p:spPr>
          <a:xfrm>
            <a:off x="1422769" y="816638"/>
            <a:ext cx="5504805" cy="921026"/>
          </a:xfrm>
        </p:spPr>
        <p:txBody>
          <a:bodyPr/>
          <a:lstStyle/>
          <a:p>
            <a:r>
              <a:rPr lang="en-GB" b="1" dirty="0"/>
              <a:t>MODULE DESCRIPTION</a:t>
            </a:r>
            <a:endParaRPr lang="en-IN" b="1" dirty="0"/>
          </a:p>
        </p:txBody>
      </p:sp>
      <p:sp>
        <p:nvSpPr>
          <p:cNvPr id="3" name="Content Placeholder 2">
            <a:extLst>
              <a:ext uri="{FF2B5EF4-FFF2-40B4-BE49-F238E27FC236}">
                <a16:creationId xmlns:a16="http://schemas.microsoft.com/office/drawing/2014/main" id="{E9F95E27-E0AE-F446-E2DA-5F459174F987}"/>
              </a:ext>
            </a:extLst>
          </p:cNvPr>
          <p:cNvSpPr>
            <a:spLocks noGrp="1"/>
          </p:cNvSpPr>
          <p:nvPr>
            <p:ph idx="1"/>
          </p:nvPr>
        </p:nvSpPr>
        <p:spPr>
          <a:xfrm>
            <a:off x="1263743" y="2150650"/>
            <a:ext cx="6856527" cy="3325811"/>
          </a:xfrm>
        </p:spPr>
        <p:txBody>
          <a:bodyPr>
            <a:normAutofit/>
          </a:bodyPr>
          <a:lstStyle/>
          <a:p>
            <a:r>
              <a:rPr lang="en-GB" sz="2400" dirty="0"/>
              <a:t>• Data Collection Module</a:t>
            </a:r>
          </a:p>
          <a:p>
            <a:r>
              <a:rPr lang="en-GB" sz="2400" dirty="0"/>
              <a:t>• Data Preprocessing Module</a:t>
            </a:r>
          </a:p>
          <a:p>
            <a:r>
              <a:rPr lang="en-GB" sz="2400" dirty="0"/>
              <a:t>• Feature Extraction Module</a:t>
            </a:r>
          </a:p>
          <a:p>
            <a:r>
              <a:rPr lang="en-GB" sz="2400" dirty="0"/>
              <a:t>• Model Training Module</a:t>
            </a:r>
          </a:p>
          <a:p>
            <a:r>
              <a:rPr lang="en-GB" sz="2400" dirty="0"/>
              <a:t>• Prediction Module</a:t>
            </a:r>
          </a:p>
          <a:p>
            <a:r>
              <a:rPr lang="en-GB" sz="2400" dirty="0"/>
              <a:t>• Visualization Module</a:t>
            </a:r>
          </a:p>
        </p:txBody>
      </p:sp>
    </p:spTree>
    <p:extLst>
      <p:ext uri="{BB962C8B-B14F-4D97-AF65-F5344CB8AC3E}">
        <p14:creationId xmlns:p14="http://schemas.microsoft.com/office/powerpoint/2010/main" val="3553295623"/>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3C8A-F776-D378-7256-F2A5BE50EA7E}"/>
              </a:ext>
            </a:extLst>
          </p:cNvPr>
          <p:cNvSpPr>
            <a:spLocks noGrp="1"/>
          </p:cNvSpPr>
          <p:nvPr>
            <p:ph type="title"/>
          </p:nvPr>
        </p:nvSpPr>
        <p:spPr>
          <a:xfrm>
            <a:off x="846299" y="672547"/>
            <a:ext cx="7413118" cy="861391"/>
          </a:xfrm>
        </p:spPr>
        <p:txBody>
          <a:bodyPr>
            <a:normAutofit fontScale="90000"/>
          </a:bodyPr>
          <a:lstStyle/>
          <a:p>
            <a:r>
              <a:rPr lang="en-IN" b="1" dirty="0">
                <a:latin typeface="Times New Roman" panose="02020603050405020304" pitchFamily="18" charset="0"/>
                <a:cs typeface="Times New Roman" panose="02020603050405020304" pitchFamily="18" charset="0"/>
              </a:rPr>
              <a:t>METHODOLOGY &amp; ALGORITHM</a:t>
            </a:r>
          </a:p>
        </p:txBody>
      </p:sp>
      <p:sp>
        <p:nvSpPr>
          <p:cNvPr id="3" name="Content Placeholder 2">
            <a:extLst>
              <a:ext uri="{FF2B5EF4-FFF2-40B4-BE49-F238E27FC236}">
                <a16:creationId xmlns:a16="http://schemas.microsoft.com/office/drawing/2014/main" id="{5F164044-945C-602B-538C-FD722318A669}"/>
              </a:ext>
            </a:extLst>
          </p:cNvPr>
          <p:cNvSpPr>
            <a:spLocks noGrp="1"/>
          </p:cNvSpPr>
          <p:nvPr>
            <p:ph idx="1"/>
          </p:nvPr>
        </p:nvSpPr>
        <p:spPr>
          <a:xfrm>
            <a:off x="568002" y="1782903"/>
            <a:ext cx="8854293" cy="4402550"/>
          </a:xfrm>
        </p:spPr>
        <p:txBody>
          <a:bodyPr>
            <a:normAutofit/>
          </a:bodyPr>
          <a:lstStyle/>
          <a:p>
            <a:pPr marL="0" indent="0">
              <a:buNone/>
            </a:pPr>
            <a:r>
              <a:rPr lang="en-GB" sz="2000" dirty="0">
                <a:solidFill>
                  <a:schemeClr val="accent2"/>
                </a:solidFill>
              </a:rPr>
              <a:t>Methodology:</a:t>
            </a:r>
          </a:p>
          <a:p>
            <a:r>
              <a:rPr lang="en-GB" sz="2000" dirty="0"/>
              <a:t>• Data collection and cleaning</a:t>
            </a:r>
          </a:p>
          <a:p>
            <a:r>
              <a:rPr lang="en-GB" sz="2000" dirty="0"/>
              <a:t>• Feature extraction using TF-IDF</a:t>
            </a:r>
          </a:p>
          <a:p>
            <a:r>
              <a:rPr lang="en-GB" sz="2000" dirty="0"/>
              <a:t>• Model training and evaluation</a:t>
            </a:r>
          </a:p>
          <a:p>
            <a:r>
              <a:rPr lang="en-GB" sz="2000" dirty="0"/>
              <a:t>• Prediction using trained model</a:t>
            </a:r>
          </a:p>
          <a:p>
            <a:endParaRPr lang="en-GB" sz="2000" dirty="0"/>
          </a:p>
          <a:p>
            <a:pPr marL="0" indent="0">
              <a:buNone/>
            </a:pPr>
            <a:r>
              <a:rPr lang="en-GB" sz="2000" dirty="0">
                <a:solidFill>
                  <a:schemeClr val="accent2"/>
                </a:solidFill>
              </a:rPr>
              <a:t>Algorithms Used:</a:t>
            </a:r>
          </a:p>
          <a:p>
            <a:r>
              <a:rPr lang="en-GB" sz="2000" dirty="0"/>
              <a:t>• Random Forest Classifier</a:t>
            </a:r>
          </a:p>
          <a:p>
            <a:r>
              <a:rPr lang="en-GB" sz="2000" dirty="0"/>
              <a:t>• Logistic Regression</a:t>
            </a:r>
          </a:p>
        </p:txBody>
      </p:sp>
    </p:spTree>
    <p:extLst>
      <p:ext uri="{BB962C8B-B14F-4D97-AF65-F5344CB8AC3E}">
        <p14:creationId xmlns:p14="http://schemas.microsoft.com/office/powerpoint/2010/main" val="3255702033"/>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6A55-67A1-DFF3-5DBD-5C2874D4DB9A}"/>
              </a:ext>
            </a:extLst>
          </p:cNvPr>
          <p:cNvSpPr>
            <a:spLocks noGrp="1"/>
          </p:cNvSpPr>
          <p:nvPr>
            <p:ph type="title"/>
          </p:nvPr>
        </p:nvSpPr>
        <p:spPr>
          <a:xfrm>
            <a:off x="1194169" y="649356"/>
            <a:ext cx="6936040" cy="861391"/>
          </a:xfrm>
        </p:spPr>
        <p:txBody>
          <a:bodyPr/>
          <a:lstStyle/>
          <a:p>
            <a:r>
              <a:rPr lang="en-IN" b="1" dirty="0"/>
              <a:t>IMPLEMENTATION &amp; EXECUTION</a:t>
            </a:r>
          </a:p>
        </p:txBody>
      </p:sp>
      <p:sp>
        <p:nvSpPr>
          <p:cNvPr id="3" name="Content Placeholder 2">
            <a:extLst>
              <a:ext uri="{FF2B5EF4-FFF2-40B4-BE49-F238E27FC236}">
                <a16:creationId xmlns:a16="http://schemas.microsoft.com/office/drawing/2014/main" id="{6639DD0A-5863-5098-C38F-7FF8C95438D0}"/>
              </a:ext>
            </a:extLst>
          </p:cNvPr>
          <p:cNvSpPr>
            <a:spLocks noGrp="1"/>
          </p:cNvSpPr>
          <p:nvPr>
            <p:ph idx="1"/>
          </p:nvPr>
        </p:nvSpPr>
        <p:spPr>
          <a:xfrm>
            <a:off x="498430" y="1659836"/>
            <a:ext cx="8596668" cy="4790660"/>
          </a:xfrm>
        </p:spPr>
        <p:txBody>
          <a:bodyPr>
            <a:normAutofit fontScale="92500"/>
          </a:bodyPr>
          <a:lstStyle/>
          <a:p>
            <a:r>
              <a:rPr lang="en-GB" sz="3200" dirty="0">
                <a:latin typeface="Arial Rounded MT Bold" panose="020F0704030504030204" pitchFamily="34" charset="0"/>
                <a:cs typeface="Times New Roman" panose="02020603050405020304" pitchFamily="18" charset="0"/>
              </a:rPr>
              <a:t>• Implemented using Python and </a:t>
            </a:r>
            <a:r>
              <a:rPr lang="en-GB" sz="3200" dirty="0" err="1">
                <a:latin typeface="Arial Rounded MT Bold" panose="020F0704030504030204" pitchFamily="34" charset="0"/>
                <a:cs typeface="Times New Roman" panose="02020603050405020304" pitchFamily="18" charset="0"/>
              </a:rPr>
              <a:t>Streamlit</a:t>
            </a:r>
            <a:endParaRPr lang="en-GB" sz="3200" dirty="0">
              <a:latin typeface="Arial Rounded MT Bold" panose="020F0704030504030204" pitchFamily="34" charset="0"/>
              <a:cs typeface="Times New Roman" panose="02020603050405020304" pitchFamily="18" charset="0"/>
            </a:endParaRPr>
          </a:p>
          <a:p>
            <a:endParaRPr lang="en-GB" sz="3200" dirty="0">
              <a:latin typeface="Arial Rounded MT Bold" panose="020F0704030504030204" pitchFamily="34" charset="0"/>
              <a:cs typeface="Times New Roman" panose="02020603050405020304" pitchFamily="18" charset="0"/>
            </a:endParaRPr>
          </a:p>
          <a:p>
            <a:r>
              <a:rPr lang="en-GB" sz="3200" dirty="0">
                <a:latin typeface="Arial Rounded MT Bold" panose="020F0704030504030204" pitchFamily="34" charset="0"/>
                <a:cs typeface="Times New Roman" panose="02020603050405020304" pitchFamily="18" charset="0"/>
              </a:rPr>
              <a:t>• Machine learning model trained offline</a:t>
            </a:r>
          </a:p>
          <a:p>
            <a:endParaRPr lang="en-GB" sz="3200" dirty="0">
              <a:latin typeface="Arial Rounded MT Bold" panose="020F0704030504030204" pitchFamily="34" charset="0"/>
              <a:cs typeface="Times New Roman" panose="02020603050405020304" pitchFamily="18" charset="0"/>
            </a:endParaRPr>
          </a:p>
          <a:p>
            <a:r>
              <a:rPr lang="en-GB" sz="3200" dirty="0">
                <a:latin typeface="Arial Rounded MT Bold" panose="020F0704030504030204" pitchFamily="34" charset="0"/>
                <a:cs typeface="Times New Roman" panose="02020603050405020304" pitchFamily="18" charset="0"/>
              </a:rPr>
              <a:t>• Model and vectorizer saved using Pickle</a:t>
            </a:r>
          </a:p>
          <a:p>
            <a:endParaRPr lang="en-GB" sz="3200" dirty="0">
              <a:latin typeface="Arial Rounded MT Bold" panose="020F0704030504030204" pitchFamily="34" charset="0"/>
              <a:cs typeface="Times New Roman" panose="02020603050405020304" pitchFamily="18" charset="0"/>
            </a:endParaRPr>
          </a:p>
          <a:p>
            <a:r>
              <a:rPr lang="en-GB" sz="3200" dirty="0">
                <a:latin typeface="Arial Rounded MT Bold" panose="020F0704030504030204" pitchFamily="34" charset="0"/>
                <a:cs typeface="Times New Roman" panose="02020603050405020304" pitchFamily="18" charset="0"/>
              </a:rPr>
              <a:t>• Web app predicts adverse drug effects in real-time</a:t>
            </a:r>
          </a:p>
        </p:txBody>
      </p:sp>
    </p:spTree>
    <p:extLst>
      <p:ext uri="{BB962C8B-B14F-4D97-AF65-F5344CB8AC3E}">
        <p14:creationId xmlns:p14="http://schemas.microsoft.com/office/powerpoint/2010/main" val="2834362081"/>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26506-6C47-AE90-5A90-0BEA189A2C92}"/>
              </a:ext>
            </a:extLst>
          </p:cNvPr>
          <p:cNvSpPr>
            <a:spLocks noGrp="1"/>
          </p:cNvSpPr>
          <p:nvPr>
            <p:ph type="title"/>
          </p:nvPr>
        </p:nvSpPr>
        <p:spPr>
          <a:xfrm>
            <a:off x="2396803" y="609600"/>
            <a:ext cx="5604196" cy="791817"/>
          </a:xfrm>
        </p:spPr>
        <p:txBody>
          <a:bodyPr>
            <a:normAutofit fontScale="90000"/>
          </a:bodyPr>
          <a:lstStyle/>
          <a:p>
            <a:r>
              <a:rPr lang="en-GB" sz="4000" b="1" dirty="0"/>
              <a:t>OUTPUT SCREENSHOTS</a:t>
            </a:r>
            <a:endParaRPr lang="en-IN" sz="4000" b="1" dirty="0"/>
          </a:p>
        </p:txBody>
      </p:sp>
      <p:pic>
        <p:nvPicPr>
          <p:cNvPr id="5" name="Content Placeholder 4" descr="A close-up of a prescription&#10;&#10;AI-generated content may be incorrect.">
            <a:extLst>
              <a:ext uri="{FF2B5EF4-FFF2-40B4-BE49-F238E27FC236}">
                <a16:creationId xmlns:a16="http://schemas.microsoft.com/office/drawing/2014/main" id="{8A8667DC-91A8-4FAF-878E-DEA3DF940324}"/>
              </a:ext>
            </a:extLst>
          </p:cNvPr>
          <p:cNvPicPr>
            <a:picLocks noGrp="1" noChangeAspect="1"/>
          </p:cNvPicPr>
          <p:nvPr>
            <p:ph idx="1"/>
          </p:nvPr>
        </p:nvPicPr>
        <p:blipFill>
          <a:blip r:embed="rId2"/>
          <a:stretch>
            <a:fillRect/>
          </a:stretch>
        </p:blipFill>
        <p:spPr>
          <a:xfrm>
            <a:off x="485772" y="1977888"/>
            <a:ext cx="8611522" cy="4133712"/>
          </a:xfrm>
          <a:prstGeom prst="rect">
            <a:avLst/>
          </a:prstGeom>
        </p:spPr>
      </p:pic>
      <p:sp>
        <p:nvSpPr>
          <p:cNvPr id="6" name="TextBox 5">
            <a:extLst>
              <a:ext uri="{FF2B5EF4-FFF2-40B4-BE49-F238E27FC236}">
                <a16:creationId xmlns:a16="http://schemas.microsoft.com/office/drawing/2014/main" id="{893B0431-EC5A-1CC1-2B6C-E5690C0999CE}"/>
              </a:ext>
            </a:extLst>
          </p:cNvPr>
          <p:cNvSpPr txBox="1"/>
          <p:nvPr/>
        </p:nvSpPr>
        <p:spPr>
          <a:xfrm>
            <a:off x="646042" y="1465230"/>
            <a:ext cx="1938131" cy="369332"/>
          </a:xfrm>
          <a:prstGeom prst="rect">
            <a:avLst/>
          </a:prstGeom>
          <a:noFill/>
        </p:spPr>
        <p:txBody>
          <a:bodyPr wrap="square" rtlCol="0">
            <a:spAutoFit/>
          </a:bodyPr>
          <a:lstStyle/>
          <a:p>
            <a:r>
              <a:rPr lang="en-GB" b="1" dirty="0">
                <a:solidFill>
                  <a:schemeClr val="accent2"/>
                </a:solidFill>
                <a:latin typeface="Times New Roman" panose="02020603050405020304" pitchFamily="18" charset="0"/>
                <a:cs typeface="Times New Roman" panose="02020603050405020304" pitchFamily="18" charset="0"/>
              </a:rPr>
              <a:t>OVERVIEW :</a:t>
            </a:r>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3166978"/>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09F863C8-D273-7BCF-08D5-A1A771484095}"/>
              </a:ext>
            </a:extLst>
          </p:cNvPr>
          <p:cNvPicPr>
            <a:picLocks noGrp="1" noChangeAspect="1"/>
          </p:cNvPicPr>
          <p:nvPr>
            <p:ph idx="1"/>
          </p:nvPr>
        </p:nvPicPr>
        <p:blipFill>
          <a:blip r:embed="rId2"/>
          <a:stretch>
            <a:fillRect/>
          </a:stretch>
        </p:blipFill>
        <p:spPr>
          <a:xfrm>
            <a:off x="580023" y="1126918"/>
            <a:ext cx="8617209" cy="4111004"/>
          </a:xfrm>
          <a:prstGeom prst="rect">
            <a:avLst/>
          </a:prstGeom>
        </p:spPr>
      </p:pic>
      <p:sp>
        <p:nvSpPr>
          <p:cNvPr id="6" name="TextBox 5">
            <a:extLst>
              <a:ext uri="{FF2B5EF4-FFF2-40B4-BE49-F238E27FC236}">
                <a16:creationId xmlns:a16="http://schemas.microsoft.com/office/drawing/2014/main" id="{1787F3F7-2076-CD49-3CC4-E3661ABEF061}"/>
              </a:ext>
            </a:extLst>
          </p:cNvPr>
          <p:cNvSpPr txBox="1"/>
          <p:nvPr/>
        </p:nvSpPr>
        <p:spPr>
          <a:xfrm>
            <a:off x="685800" y="457200"/>
            <a:ext cx="2464904" cy="369332"/>
          </a:xfrm>
          <a:prstGeom prst="rect">
            <a:avLst/>
          </a:prstGeom>
          <a:noFill/>
        </p:spPr>
        <p:txBody>
          <a:bodyPr wrap="square" rtlCol="0">
            <a:spAutoFit/>
          </a:bodyPr>
          <a:lstStyle/>
          <a:p>
            <a:r>
              <a:rPr lang="en-GB" b="1" dirty="0">
                <a:solidFill>
                  <a:schemeClr val="accent2"/>
                </a:solidFill>
                <a:latin typeface="Times New Roman" panose="02020603050405020304" pitchFamily="18" charset="0"/>
                <a:cs typeface="Times New Roman" panose="02020603050405020304" pitchFamily="18" charset="0"/>
              </a:rPr>
              <a:t>PREDICT REVIEW :</a:t>
            </a:r>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16252"/>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B08597E3-4EDF-B7B0-A39A-CB130BF5A27D}"/>
              </a:ext>
            </a:extLst>
          </p:cNvPr>
          <p:cNvPicPr>
            <a:picLocks noGrp="1" noChangeAspect="1"/>
          </p:cNvPicPr>
          <p:nvPr>
            <p:ph idx="1"/>
          </p:nvPr>
        </p:nvPicPr>
        <p:blipFill>
          <a:blip r:embed="rId2"/>
          <a:stretch>
            <a:fillRect/>
          </a:stretch>
        </p:blipFill>
        <p:spPr>
          <a:xfrm>
            <a:off x="349893" y="1182757"/>
            <a:ext cx="9170286" cy="4312617"/>
          </a:xfrm>
          <a:prstGeom prst="rect">
            <a:avLst/>
          </a:prstGeom>
        </p:spPr>
      </p:pic>
      <p:sp>
        <p:nvSpPr>
          <p:cNvPr id="6" name="TextBox 5">
            <a:extLst>
              <a:ext uri="{FF2B5EF4-FFF2-40B4-BE49-F238E27FC236}">
                <a16:creationId xmlns:a16="http://schemas.microsoft.com/office/drawing/2014/main" id="{5DBC51F5-D8CE-C1E8-1A8D-85A2DC673A6D}"/>
              </a:ext>
            </a:extLst>
          </p:cNvPr>
          <p:cNvSpPr txBox="1"/>
          <p:nvPr/>
        </p:nvSpPr>
        <p:spPr>
          <a:xfrm>
            <a:off x="506896" y="586409"/>
            <a:ext cx="3508513" cy="369332"/>
          </a:xfrm>
          <a:prstGeom prst="rect">
            <a:avLst/>
          </a:prstGeom>
          <a:noFill/>
        </p:spPr>
        <p:txBody>
          <a:bodyPr wrap="square" rtlCol="0">
            <a:spAutoFit/>
          </a:bodyPr>
          <a:lstStyle/>
          <a:p>
            <a:r>
              <a:rPr lang="en-GB" b="1" dirty="0">
                <a:solidFill>
                  <a:schemeClr val="accent2"/>
                </a:solidFill>
                <a:latin typeface="Times New Roman" panose="02020603050405020304" pitchFamily="18" charset="0"/>
                <a:cs typeface="Times New Roman" panose="02020603050405020304" pitchFamily="18" charset="0"/>
              </a:rPr>
              <a:t>SAFETY DRUG DETECTION :</a:t>
            </a:r>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196153"/>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88C119D3-7F1A-072D-430C-4970CC1608FC}"/>
              </a:ext>
            </a:extLst>
          </p:cNvPr>
          <p:cNvPicPr>
            <a:picLocks noGrp="1" noChangeAspect="1"/>
          </p:cNvPicPr>
          <p:nvPr>
            <p:ph idx="1"/>
          </p:nvPr>
        </p:nvPicPr>
        <p:blipFill>
          <a:blip r:embed="rId2"/>
          <a:stretch>
            <a:fillRect/>
          </a:stretch>
        </p:blipFill>
        <p:spPr>
          <a:xfrm>
            <a:off x="266646" y="924340"/>
            <a:ext cx="9264981" cy="4395794"/>
          </a:xfrm>
          <a:prstGeom prst="rect">
            <a:avLst/>
          </a:prstGeom>
        </p:spPr>
      </p:pic>
      <p:sp>
        <p:nvSpPr>
          <p:cNvPr id="6" name="TextBox 5">
            <a:extLst>
              <a:ext uri="{FF2B5EF4-FFF2-40B4-BE49-F238E27FC236}">
                <a16:creationId xmlns:a16="http://schemas.microsoft.com/office/drawing/2014/main" id="{2D04D191-4CA4-F60E-7970-F35B6A998868}"/>
              </a:ext>
            </a:extLst>
          </p:cNvPr>
          <p:cNvSpPr txBox="1"/>
          <p:nvPr/>
        </p:nvSpPr>
        <p:spPr>
          <a:xfrm>
            <a:off x="377687" y="467139"/>
            <a:ext cx="3717235" cy="369332"/>
          </a:xfrm>
          <a:prstGeom prst="rect">
            <a:avLst/>
          </a:prstGeom>
          <a:noFill/>
        </p:spPr>
        <p:txBody>
          <a:bodyPr wrap="square" rtlCol="0">
            <a:spAutoFit/>
          </a:bodyPr>
          <a:lstStyle/>
          <a:p>
            <a:r>
              <a:rPr lang="en-GB" b="1" dirty="0">
                <a:solidFill>
                  <a:schemeClr val="accent2"/>
                </a:solidFill>
                <a:latin typeface="Times New Roman" panose="02020603050405020304" pitchFamily="18" charset="0"/>
                <a:cs typeface="Times New Roman" panose="02020603050405020304" pitchFamily="18" charset="0"/>
              </a:rPr>
              <a:t>ADVERSE DRUG DETECTION :</a:t>
            </a:r>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857311"/>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ADE2A9E6-758E-3EE3-9059-F4E754CA2E68}"/>
              </a:ext>
            </a:extLst>
          </p:cNvPr>
          <p:cNvPicPr>
            <a:picLocks noGrp="1" noChangeAspect="1"/>
          </p:cNvPicPr>
          <p:nvPr>
            <p:ph idx="1"/>
          </p:nvPr>
        </p:nvPicPr>
        <p:blipFill>
          <a:blip r:embed="rId2"/>
          <a:stretch>
            <a:fillRect/>
          </a:stretch>
        </p:blipFill>
        <p:spPr>
          <a:xfrm>
            <a:off x="363914" y="1103727"/>
            <a:ext cx="9197529" cy="4390610"/>
          </a:xfrm>
          <a:prstGeom prst="rect">
            <a:avLst/>
          </a:prstGeom>
        </p:spPr>
      </p:pic>
      <p:sp>
        <p:nvSpPr>
          <p:cNvPr id="6" name="TextBox 5">
            <a:extLst>
              <a:ext uri="{FF2B5EF4-FFF2-40B4-BE49-F238E27FC236}">
                <a16:creationId xmlns:a16="http://schemas.microsoft.com/office/drawing/2014/main" id="{BE0CF311-E1E8-3A1E-A923-89ABC4747424}"/>
              </a:ext>
            </a:extLst>
          </p:cNvPr>
          <p:cNvSpPr txBox="1"/>
          <p:nvPr/>
        </p:nvSpPr>
        <p:spPr>
          <a:xfrm>
            <a:off x="576470" y="536713"/>
            <a:ext cx="2902226" cy="369332"/>
          </a:xfrm>
          <a:prstGeom prst="rect">
            <a:avLst/>
          </a:prstGeom>
          <a:noFill/>
        </p:spPr>
        <p:txBody>
          <a:bodyPr wrap="square" rtlCol="0">
            <a:spAutoFit/>
          </a:bodyPr>
          <a:lstStyle/>
          <a:p>
            <a:r>
              <a:rPr lang="en-GB" b="1" dirty="0">
                <a:solidFill>
                  <a:schemeClr val="accent2"/>
                </a:solidFill>
                <a:latin typeface="Times New Roman" panose="02020603050405020304" pitchFamily="18" charset="0"/>
                <a:cs typeface="Times New Roman" panose="02020603050405020304" pitchFamily="18" charset="0"/>
              </a:rPr>
              <a:t>PREDICTION HISTORY :</a:t>
            </a:r>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346456"/>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08AA0-FB1A-74CD-1661-163076967B17}"/>
              </a:ext>
            </a:extLst>
          </p:cNvPr>
          <p:cNvSpPr>
            <a:spLocks noGrp="1"/>
          </p:cNvSpPr>
          <p:nvPr>
            <p:ph type="title"/>
          </p:nvPr>
        </p:nvSpPr>
        <p:spPr>
          <a:xfrm>
            <a:off x="1780578" y="708992"/>
            <a:ext cx="3338075" cy="712304"/>
          </a:xfrm>
        </p:spPr>
        <p:txBody>
          <a:bodyPr>
            <a:normAutofit fontScale="90000"/>
          </a:bodyPr>
          <a:lstStyle/>
          <a:p>
            <a:r>
              <a:rPr lang="en-IN" b="1" dirty="0"/>
              <a:t>FUTURE SCOPE</a:t>
            </a:r>
          </a:p>
        </p:txBody>
      </p:sp>
      <p:sp>
        <p:nvSpPr>
          <p:cNvPr id="3" name="Content Placeholder 2">
            <a:extLst>
              <a:ext uri="{FF2B5EF4-FFF2-40B4-BE49-F238E27FC236}">
                <a16:creationId xmlns:a16="http://schemas.microsoft.com/office/drawing/2014/main" id="{B568AB23-9400-F014-4DBC-0E6E0B601863}"/>
              </a:ext>
            </a:extLst>
          </p:cNvPr>
          <p:cNvSpPr>
            <a:spLocks noGrp="1"/>
          </p:cNvSpPr>
          <p:nvPr>
            <p:ph idx="1"/>
          </p:nvPr>
        </p:nvSpPr>
        <p:spPr>
          <a:xfrm>
            <a:off x="369221" y="1882294"/>
            <a:ext cx="8596668" cy="3117090"/>
          </a:xfrm>
        </p:spPr>
        <p:txBody>
          <a:bodyPr>
            <a:normAutofit/>
          </a:bodyPr>
          <a:lstStyle/>
          <a:p>
            <a:pPr marL="514350" indent="-514350">
              <a:buFont typeface="+mj-lt"/>
              <a:buAutoNum type="arabicParenR"/>
            </a:pPr>
            <a:r>
              <a:rPr lang="en-GB" sz="3200" dirty="0"/>
              <a:t> Integration with hospital databases</a:t>
            </a:r>
          </a:p>
          <a:p>
            <a:pPr marL="514350" indent="-514350">
              <a:buFont typeface="+mj-lt"/>
              <a:buAutoNum type="arabicParenR"/>
            </a:pPr>
            <a:r>
              <a:rPr lang="en-GB" sz="3200" dirty="0"/>
              <a:t> Use of deep learning models</a:t>
            </a:r>
          </a:p>
          <a:p>
            <a:pPr marL="514350" indent="-514350">
              <a:buFont typeface="+mj-lt"/>
              <a:buAutoNum type="arabicParenR"/>
            </a:pPr>
            <a:r>
              <a:rPr lang="en-GB" sz="3200" dirty="0"/>
              <a:t> Multilingual review analysis</a:t>
            </a:r>
          </a:p>
          <a:p>
            <a:pPr marL="514350" indent="-514350">
              <a:buFont typeface="+mj-lt"/>
              <a:buAutoNum type="arabicParenR"/>
            </a:pPr>
            <a:r>
              <a:rPr lang="en-GB" sz="3200" dirty="0"/>
              <a:t> Cloud deployment</a:t>
            </a:r>
          </a:p>
          <a:p>
            <a:pPr marL="514350" indent="-514350">
              <a:buFont typeface="+mj-lt"/>
              <a:buAutoNum type="arabicParenR"/>
            </a:pPr>
            <a:r>
              <a:rPr lang="en-GB" sz="3200" dirty="0"/>
              <a:t> Real-time pharmacovigilance systems</a:t>
            </a:r>
          </a:p>
        </p:txBody>
      </p:sp>
    </p:spTree>
    <p:extLst>
      <p:ext uri="{BB962C8B-B14F-4D97-AF65-F5344CB8AC3E}">
        <p14:creationId xmlns:p14="http://schemas.microsoft.com/office/powerpoint/2010/main" val="3735639058"/>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797A-B84E-DB79-E2B2-25EB34429E10}"/>
              </a:ext>
            </a:extLst>
          </p:cNvPr>
          <p:cNvSpPr>
            <a:spLocks noGrp="1"/>
          </p:cNvSpPr>
          <p:nvPr>
            <p:ph type="title"/>
          </p:nvPr>
        </p:nvSpPr>
        <p:spPr>
          <a:xfrm>
            <a:off x="677334" y="609600"/>
            <a:ext cx="6846588" cy="762000"/>
          </a:xfrm>
        </p:spPr>
        <p:txBody>
          <a:bodyPr/>
          <a:lstStyle/>
          <a:p>
            <a:r>
              <a:rPr lang="en-IN" b="1" dirty="0"/>
              <a:t>CONCLUSION</a:t>
            </a:r>
          </a:p>
        </p:txBody>
      </p:sp>
      <p:sp>
        <p:nvSpPr>
          <p:cNvPr id="3" name="Content Placeholder 2">
            <a:extLst>
              <a:ext uri="{FF2B5EF4-FFF2-40B4-BE49-F238E27FC236}">
                <a16:creationId xmlns:a16="http://schemas.microsoft.com/office/drawing/2014/main" id="{16570B1E-BF02-33A6-8833-180C1DF9252E}"/>
              </a:ext>
            </a:extLst>
          </p:cNvPr>
          <p:cNvSpPr>
            <a:spLocks noGrp="1"/>
          </p:cNvSpPr>
          <p:nvPr>
            <p:ph idx="1"/>
          </p:nvPr>
        </p:nvSpPr>
        <p:spPr>
          <a:xfrm>
            <a:off x="677333" y="2160589"/>
            <a:ext cx="9420823" cy="3196601"/>
          </a:xfrm>
        </p:spPr>
        <p:txBody>
          <a:bodyPr>
            <a:normAutofit/>
          </a:bodyPr>
          <a:lstStyle/>
          <a:p>
            <a:pPr marL="0" indent="0" algn="just">
              <a:buNone/>
            </a:pPr>
            <a:r>
              <a:rPr lang="en-GB" sz="3200" dirty="0">
                <a:latin typeface="Arial" panose="020B0604020202020204" pitchFamily="34" charset="0"/>
                <a:cs typeface="Arial" panose="020B0604020202020204" pitchFamily="34" charset="0"/>
              </a:rPr>
              <a:t>This project demonstrates the effective use of machine learning and NLP in detecting adverse drug effects from patient reviews. The system improves drug safety monitoring and supports data-driven healthcare decisions.</a:t>
            </a:r>
          </a:p>
        </p:txBody>
      </p:sp>
    </p:spTree>
    <p:extLst>
      <p:ext uri="{BB962C8B-B14F-4D97-AF65-F5344CB8AC3E}">
        <p14:creationId xmlns:p14="http://schemas.microsoft.com/office/powerpoint/2010/main" val="2600648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idx="4294967295"/>
          </p:nvPr>
        </p:nvSpPr>
        <p:spPr>
          <a:xfrm>
            <a:off x="2524539" y="2922105"/>
            <a:ext cx="6420678" cy="1819889"/>
          </a:xfrm>
          <a:prstGeom prst="rect">
            <a:avLst/>
          </a:prstGeom>
          <a:noFill/>
          <a:ln w="0">
            <a:noFill/>
          </a:ln>
        </p:spPr>
        <p:txBody>
          <a:bodyPr lIns="109800" tIns="109800" rIns="109800" bIns="91440" anchor="b">
            <a:normAutofit/>
          </a:bodyPr>
          <a:lstStyle/>
          <a:p>
            <a:pPr indent="0" algn="ctr" defTabSz="914400">
              <a:lnSpc>
                <a:spcPct val="100000"/>
              </a:lnSpc>
              <a:buNone/>
              <a:tabLst>
                <a:tab pos="0" algn="l"/>
              </a:tabLst>
            </a:pPr>
            <a:r>
              <a:rPr lang="en-US" sz="8000" b="1" strike="noStrike" spc="145" dirty="0">
                <a:solidFill>
                  <a:schemeClr val="accent2"/>
                </a:solidFill>
                <a:latin typeface="Meiryo"/>
              </a:rPr>
              <a:t>Thank You</a:t>
            </a:r>
            <a:endParaRPr lang="en-IN" sz="8000" b="0" strike="noStrike" spc="-1" dirty="0">
              <a:solidFill>
                <a:schemeClr val="accent2"/>
              </a:solidFill>
              <a:latin typeface="Arial"/>
            </a:endParaRPr>
          </a:p>
        </p:txBody>
      </p:sp>
      <p:sp>
        <p:nvSpPr>
          <p:cNvPr id="2" name="TextBox 1">
            <a:extLst>
              <a:ext uri="{FF2B5EF4-FFF2-40B4-BE49-F238E27FC236}">
                <a16:creationId xmlns:a16="http://schemas.microsoft.com/office/drawing/2014/main" id="{0009FA1F-2AEB-D742-5D2B-4E95201A2A3A}"/>
              </a:ext>
            </a:extLst>
          </p:cNvPr>
          <p:cNvSpPr txBox="1"/>
          <p:nvPr/>
        </p:nvSpPr>
        <p:spPr>
          <a:xfrm>
            <a:off x="735496" y="1649896"/>
            <a:ext cx="8438321" cy="369332"/>
          </a:xfrm>
          <a:prstGeom prst="rect">
            <a:avLst/>
          </a:prstGeom>
          <a:noFill/>
        </p:spPr>
        <p:txBody>
          <a:bodyPr wrap="square" rtlCol="0">
            <a:spAutoFit/>
          </a:bodyPr>
          <a:lstStyle/>
          <a:p>
            <a:r>
              <a:rPr lang="en-GB" b="1" dirty="0">
                <a:solidFill>
                  <a:schemeClr val="accent2"/>
                </a:solidFill>
              </a:rPr>
              <a:t>GitHub Link : </a:t>
            </a:r>
            <a:r>
              <a:rPr lang="en-GB" dirty="0">
                <a:solidFill>
                  <a:srgbClr val="00B0F0"/>
                </a:solidFill>
              </a:rPr>
              <a:t>https://github.com/Kaif0333/Adverse-Drug-Effect-Detection.git</a:t>
            </a:r>
            <a:endParaRPr lang="en-IN" dirty="0">
              <a:solidFill>
                <a:srgbClr val="00B0F0"/>
              </a:solidFill>
            </a:endParaRPr>
          </a:p>
        </p:txBody>
      </p:sp>
    </p:spTree>
  </p:cSld>
  <p:clrMapOvr>
    <a:masterClrMapping/>
  </p:clrMapOvr>
  <p:transition spd="slow">
    <p:push dir="u"/>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111</TotalTime>
  <Words>749</Words>
  <Application>Microsoft Office PowerPoint</Application>
  <PresentationFormat>Widescreen</PresentationFormat>
  <Paragraphs>107</Paragraphs>
  <Slides>18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Meiryo</vt:lpstr>
      <vt:lpstr>Aptos</vt:lpstr>
      <vt:lpstr>Arial</vt:lpstr>
      <vt:lpstr>Arial Rounded MT Bold</vt:lpstr>
      <vt:lpstr>OpenSymbol</vt:lpstr>
      <vt:lpstr>Times New Roman</vt:lpstr>
      <vt:lpstr>Trebuchet MS</vt:lpstr>
      <vt:lpstr>Wingdings 3</vt:lpstr>
      <vt:lpstr>Facet</vt:lpstr>
      <vt:lpstr>PowerPoint Presentation</vt:lpstr>
      <vt:lpstr>AGENDA</vt:lpstr>
      <vt:lpstr>INTRODUCTION</vt:lpstr>
      <vt:lpstr>Abstract</vt:lpstr>
      <vt:lpstr>Literature Survey</vt:lpstr>
      <vt:lpstr>Problem Statement</vt:lpstr>
      <vt:lpstr>Objectives of the Proposed System </vt:lpstr>
      <vt:lpstr>MODULE DESCRIPTION</vt:lpstr>
      <vt:lpstr>METHODOLOGY &amp; ALGORITHM</vt:lpstr>
      <vt:lpstr>IMPLEMENTATION &amp; EXECUTION</vt:lpstr>
      <vt:lpstr>OUTPUT SCREENSHOTS</vt:lpstr>
      <vt:lpstr>PowerPoint Presentation</vt:lpstr>
      <vt:lpstr>PowerPoint Presentation</vt:lpstr>
      <vt:lpstr>PowerPoint Presentation</vt:lpstr>
      <vt:lpstr>PowerPoint Presentation</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Polisetty Lahari</dc:creator>
  <cp:lastModifiedBy>S Mohammed kaif basha</cp:lastModifiedBy>
  <cp:revision>1</cp:revision>
  <dcterms:created xsi:type="dcterms:W3CDTF">2025-12-26T17:46:54Z</dcterms:created>
  <dcterms:modified xsi:type="dcterms:W3CDTF">2026-01-31T07:50:16Z</dcterms:modified>
</cp:coreProperties>
</file>